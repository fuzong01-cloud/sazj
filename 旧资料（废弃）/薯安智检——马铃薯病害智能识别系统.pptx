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3.webp" ContentType="image/webp"/>
  <Override PartName="/ppt/media/image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68" r:id="rId18"/>
    <p:sldId id="269" r:id="rId19"/>
  </p:sldIdLst>
  <p:sldSz cx="12192000" cy="6858000"/>
  <p:notesSz cx="6858000" cy="12192000"/>
  <p:embeddedFontLst>
    <p:embeddedFont>
      <p:font typeface="Alimama ShuHeiTi" pitchFamily="34" charset="-122"/>
      <p:bold r:id="rId23"/>
    </p:embeddedFont>
    <p:embeddedFont>
      <p:font typeface="Alimama ShuHeiTi" pitchFamily="34" charset="-120"/>
      <p:bold r:id="rId24"/>
    </p:embeddedFont>
    <p:embeddedFont>
      <p:font typeface="MiSans" pitchFamily="34" charset="-122"/>
      <p:regular r:id="rId25"/>
    </p:embeddedFont>
    <p:embeddedFont>
      <p:font typeface="MiSans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web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web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0d819adcf91c95b90c939185728deec88503c19.jpg"/>
          <p:cNvPicPr>
            <a:picLocks noChangeAspect="1"/>
          </p:cNvPicPr>
          <p:nvPr/>
        </p:nvPicPr>
        <p:blipFill>
          <a:blip r:embed="rId1"/>
          <a:srcRect t="31250" b="3125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E7D32">
                  <a:alpha val="95000"/>
                </a:srgbClr>
              </a:gs>
              <a:gs pos="50000">
                <a:srgbClr val="2E7D3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543265"/>
            <a:ext cx="3152775" cy="381000"/>
          </a:xfrm>
          <a:custGeom>
            <a:avLst/>
            <a:gdLst/>
            <a:ahLst/>
            <a:cxnLst/>
            <a:rect l="l" t="t" r="r" b="b"/>
            <a:pathLst>
              <a:path w="3152775" h="381000">
                <a:moveTo>
                  <a:pt x="190500" y="0"/>
                </a:moveTo>
                <a:lnTo>
                  <a:pt x="2962275" y="0"/>
                </a:lnTo>
                <a:cubicBezTo>
                  <a:pt x="3067415" y="0"/>
                  <a:pt x="3152775" y="85360"/>
                  <a:pt x="3152775" y="190500"/>
                </a:cubicBezTo>
                <a:lnTo>
                  <a:pt x="3152775" y="190500"/>
                </a:lnTo>
                <a:cubicBezTo>
                  <a:pt x="3152775" y="295640"/>
                  <a:pt x="3067415" y="381000"/>
                  <a:pt x="29622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" name="Text 2"/>
          <p:cNvSpPr/>
          <p:nvPr/>
        </p:nvSpPr>
        <p:spPr>
          <a:xfrm>
            <a:off x="381000" y="1543265"/>
            <a:ext cx="3228975" cy="3810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2026年北京农学院"农林杯"创业计划竞赛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52634"/>
            <a:ext cx="70104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薯安智检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38335"/>
            <a:ext cx="6838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马铃薯病害智能识别系统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924019"/>
            <a:ext cx="67818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科技赋能农业，精准防控病害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让每一块马铃薯都健康生长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4813" y="50861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456" y="142949"/>
                </a:moveTo>
                <a:cubicBezTo>
                  <a:pt x="140233" y="128662"/>
                  <a:pt x="124792" y="119063"/>
                  <a:pt x="107156" y="119063"/>
                </a:cubicBezTo>
                <a:lnTo>
                  <a:pt x="83344" y="119063"/>
                </a:lnTo>
                <a:cubicBezTo>
                  <a:pt x="65708" y="119063"/>
                  <a:pt x="50267" y="128662"/>
                  <a:pt x="42044" y="142949"/>
                </a:cubicBezTo>
                <a:cubicBezTo>
                  <a:pt x="55141" y="157535"/>
                  <a:pt x="74116" y="166688"/>
                  <a:pt x="95250" y="166688"/>
                </a:cubicBezTo>
                <a:cubicBezTo>
                  <a:pt x="116384" y="166688"/>
                  <a:pt x="135359" y="157497"/>
                  <a:pt x="148456" y="142949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01203"/>
                </a:moveTo>
                <a:cubicBezTo>
                  <a:pt x="110035" y="101203"/>
                  <a:pt x="122039" y="89199"/>
                  <a:pt x="122039" y="74414"/>
                </a:cubicBezTo>
                <a:cubicBezTo>
                  <a:pt x="122039" y="59629"/>
                  <a:pt x="110035" y="47625"/>
                  <a:pt x="95250" y="47625"/>
                </a:cubicBezTo>
                <a:cubicBezTo>
                  <a:pt x="80465" y="47625"/>
                  <a:pt x="68461" y="59629"/>
                  <a:pt x="68461" y="74414"/>
                </a:cubicBezTo>
                <a:cubicBezTo>
                  <a:pt x="68461" y="89199"/>
                  <a:pt x="80465" y="101203"/>
                  <a:pt x="95250" y="101203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0" name="Text 7"/>
          <p:cNvSpPr/>
          <p:nvPr/>
        </p:nvSpPr>
        <p:spPr>
          <a:xfrm>
            <a:off x="695325" y="4756785"/>
            <a:ext cx="1628775" cy="1066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项目负责人：王鹏飞</a:t>
            </a:r>
            <a:endParaRPr lang="en-US" sz="1350" dirty="0">
              <a:solidFill>
                <a:srgbClr val="FFFFFF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成员：鲍蕴航、谢毅、王希、果家弘</a:t>
            </a:r>
            <a:endParaRPr lang="zh-CN" altLang="en-US" sz="1350" dirty="0">
              <a:solidFill>
                <a:srgbClr val="FFFFFF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endParaRPr lang="zh-CN" alt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02132" y="508611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2" name="Text 9"/>
          <p:cNvSpPr/>
          <p:nvPr/>
        </p:nvSpPr>
        <p:spPr>
          <a:xfrm>
            <a:off x="2780688" y="5048002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4" name="Shape 2"/>
          <p:cNvSpPr/>
          <p:nvPr/>
        </p:nvSpPr>
        <p:spPr>
          <a:xfrm>
            <a:off x="399521" y="1314401"/>
            <a:ext cx="5543021" cy="2428875"/>
          </a:xfrm>
          <a:custGeom>
            <a:avLst/>
            <a:gdLst/>
            <a:ahLst/>
            <a:cxnLst/>
            <a:rect l="l" t="t" r="r" b="b"/>
            <a:pathLst>
              <a:path w="5543021" h="2428875">
                <a:moveTo>
                  <a:pt x="37042" y="0"/>
                </a:moveTo>
                <a:lnTo>
                  <a:pt x="5390609" y="0"/>
                </a:lnTo>
                <a:cubicBezTo>
                  <a:pt x="5474784" y="0"/>
                  <a:pt x="5543021" y="68237"/>
                  <a:pt x="5543021" y="152412"/>
                </a:cubicBezTo>
                <a:lnTo>
                  <a:pt x="5543021" y="2276463"/>
                </a:lnTo>
                <a:cubicBezTo>
                  <a:pt x="5543021" y="2360638"/>
                  <a:pt x="5474784" y="2428875"/>
                  <a:pt x="5390609" y="2428875"/>
                </a:cubicBez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9521" y="1314401"/>
            <a:ext cx="37042" cy="2428875"/>
          </a:xfrm>
          <a:custGeom>
            <a:avLst/>
            <a:gdLst/>
            <a:ahLst/>
            <a:cxnLst/>
            <a:rect l="l" t="t" r="r" b="b"/>
            <a:pathLst>
              <a:path w="37042" h="2428875">
                <a:moveTo>
                  <a:pt x="37042" y="0"/>
                </a:moveTo>
                <a:lnTo>
                  <a:pt x="37042" y="0"/>
                </a:lnTo>
                <a:lnTo>
                  <a:pt x="37042" y="2428875"/>
                </a:ln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722809" y="161916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/>
              </a:gs>
              <a:gs pos="100000">
                <a:srgbClr val="1B5E20"/>
              </a:gs>
            </a:gsLst>
            <a:lin ang="2700000" scaled="1"/>
          </a:gradFill>
        </p:spPr>
      </p:sp>
      <p:sp>
        <p:nvSpPr>
          <p:cNvPr id="7" name="Text 5"/>
          <p:cNvSpPr/>
          <p:nvPr/>
        </p:nvSpPr>
        <p:spPr>
          <a:xfrm>
            <a:off x="637084" y="1619167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75309" y="1619167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5309" y="2038201"/>
            <a:ext cx="40481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项目背景、行业痛点分析与核心愿景，阐述马铃薯病害防控的市场机遇与政策支持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6905" y="1314401"/>
            <a:ext cx="5543021" cy="2428875"/>
          </a:xfrm>
          <a:custGeom>
            <a:avLst/>
            <a:gdLst/>
            <a:ahLst/>
            <a:cxnLst/>
            <a:rect l="l" t="t" r="r" b="b"/>
            <a:pathLst>
              <a:path w="5543021" h="2428875">
                <a:moveTo>
                  <a:pt x="37042" y="0"/>
                </a:moveTo>
                <a:lnTo>
                  <a:pt x="5390609" y="0"/>
                </a:lnTo>
                <a:cubicBezTo>
                  <a:pt x="5474784" y="0"/>
                  <a:pt x="5543021" y="68237"/>
                  <a:pt x="5543021" y="152412"/>
                </a:cubicBezTo>
                <a:lnTo>
                  <a:pt x="5543021" y="2276463"/>
                </a:lnTo>
                <a:cubicBezTo>
                  <a:pt x="5543021" y="2360638"/>
                  <a:pt x="5474784" y="2428875"/>
                  <a:pt x="5390609" y="2428875"/>
                </a:cubicBez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6905" y="1314401"/>
            <a:ext cx="37042" cy="2428875"/>
          </a:xfrm>
          <a:custGeom>
            <a:avLst/>
            <a:gdLst/>
            <a:ahLst/>
            <a:cxnLst/>
            <a:rect l="l" t="t" r="r" b="b"/>
            <a:pathLst>
              <a:path w="37042" h="2428875">
                <a:moveTo>
                  <a:pt x="37042" y="0"/>
                </a:moveTo>
                <a:lnTo>
                  <a:pt x="37042" y="0"/>
                </a:lnTo>
                <a:lnTo>
                  <a:pt x="37042" y="2428875"/>
                </a:ln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12" name="Shape 10"/>
          <p:cNvSpPr/>
          <p:nvPr/>
        </p:nvSpPr>
        <p:spPr>
          <a:xfrm>
            <a:off x="6590193" y="161916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C6BC0"/>
              </a:gs>
              <a:gs pos="100000">
                <a:srgbClr val="3949AB"/>
              </a:gs>
            </a:gsLst>
            <a:lin ang="2700000" scaled="1"/>
          </a:gradFill>
        </p:spPr>
      </p:sp>
      <p:sp>
        <p:nvSpPr>
          <p:cNvPr id="13" name="Text 11"/>
          <p:cNvSpPr/>
          <p:nvPr/>
        </p:nvSpPr>
        <p:spPr>
          <a:xfrm>
            <a:off x="6504468" y="1619167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2693" y="1619167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2693" y="2038201"/>
            <a:ext cx="40481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病害智能识别、AI问答服务、个性化防控建议与数据支撑体系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9521" y="4048042"/>
            <a:ext cx="5543021" cy="2428875"/>
          </a:xfrm>
          <a:custGeom>
            <a:avLst/>
            <a:gdLst/>
            <a:ahLst/>
            <a:cxnLst/>
            <a:rect l="l" t="t" r="r" b="b"/>
            <a:pathLst>
              <a:path w="5543021" h="2428875">
                <a:moveTo>
                  <a:pt x="37042" y="0"/>
                </a:moveTo>
                <a:lnTo>
                  <a:pt x="5390609" y="0"/>
                </a:lnTo>
                <a:cubicBezTo>
                  <a:pt x="5474784" y="0"/>
                  <a:pt x="5543021" y="68237"/>
                  <a:pt x="5543021" y="152412"/>
                </a:cubicBezTo>
                <a:lnTo>
                  <a:pt x="5543021" y="2276463"/>
                </a:lnTo>
                <a:cubicBezTo>
                  <a:pt x="5543021" y="2360638"/>
                  <a:pt x="5474784" y="2428875"/>
                  <a:pt x="5390609" y="2428875"/>
                </a:cubicBez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9521" y="4048042"/>
            <a:ext cx="37042" cy="2428875"/>
          </a:xfrm>
          <a:custGeom>
            <a:avLst/>
            <a:gdLst/>
            <a:ahLst/>
            <a:cxnLst/>
            <a:rect l="l" t="t" r="r" b="b"/>
            <a:pathLst>
              <a:path w="37042" h="2428875">
                <a:moveTo>
                  <a:pt x="37042" y="0"/>
                </a:moveTo>
                <a:lnTo>
                  <a:pt x="37042" y="0"/>
                </a:lnTo>
                <a:lnTo>
                  <a:pt x="37042" y="2428875"/>
                </a:ln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8" name="Shape 16"/>
          <p:cNvSpPr/>
          <p:nvPr/>
        </p:nvSpPr>
        <p:spPr>
          <a:xfrm>
            <a:off x="722809" y="435280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A726"/>
              </a:gs>
              <a:gs pos="100000">
                <a:srgbClr val="F57C00"/>
              </a:gs>
            </a:gsLst>
            <a:lin ang="2700000" scaled="1"/>
          </a:gradFill>
        </p:spPr>
      </p:sp>
      <p:sp>
        <p:nvSpPr>
          <p:cNvPr id="19" name="Text 17"/>
          <p:cNvSpPr/>
          <p:nvPr/>
        </p:nvSpPr>
        <p:spPr>
          <a:xfrm>
            <a:off x="637084" y="4352809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5309" y="4352809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75309" y="4771844"/>
            <a:ext cx="40481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前端、后端、AI模型与数据对接四大技术层级，展示核心技术创新点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6905" y="4048042"/>
            <a:ext cx="5543021" cy="2428875"/>
          </a:xfrm>
          <a:custGeom>
            <a:avLst/>
            <a:gdLst/>
            <a:ahLst/>
            <a:cxnLst/>
            <a:rect l="l" t="t" r="r" b="b"/>
            <a:pathLst>
              <a:path w="5543021" h="2428875">
                <a:moveTo>
                  <a:pt x="37042" y="0"/>
                </a:moveTo>
                <a:lnTo>
                  <a:pt x="5390609" y="0"/>
                </a:lnTo>
                <a:cubicBezTo>
                  <a:pt x="5474784" y="0"/>
                  <a:pt x="5543021" y="68237"/>
                  <a:pt x="5543021" y="152412"/>
                </a:cubicBezTo>
                <a:lnTo>
                  <a:pt x="5543021" y="2276463"/>
                </a:lnTo>
                <a:cubicBezTo>
                  <a:pt x="5543021" y="2360638"/>
                  <a:pt x="5474784" y="2428875"/>
                  <a:pt x="5390609" y="2428875"/>
                </a:cubicBez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6905" y="4048042"/>
            <a:ext cx="37042" cy="2428875"/>
          </a:xfrm>
          <a:custGeom>
            <a:avLst/>
            <a:gdLst/>
            <a:ahLst/>
            <a:cxnLst/>
            <a:rect l="l" t="t" r="r" b="b"/>
            <a:pathLst>
              <a:path w="37042" h="2428875">
                <a:moveTo>
                  <a:pt x="37042" y="0"/>
                </a:moveTo>
                <a:lnTo>
                  <a:pt x="37042" y="0"/>
                </a:lnTo>
                <a:lnTo>
                  <a:pt x="37042" y="2428875"/>
                </a:lnTo>
                <a:lnTo>
                  <a:pt x="37042" y="2428875"/>
                </a:lnTo>
                <a:cubicBezTo>
                  <a:pt x="16584" y="2428875"/>
                  <a:pt x="0" y="2412291"/>
                  <a:pt x="0" y="23918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24" name="Shape 22"/>
          <p:cNvSpPr/>
          <p:nvPr/>
        </p:nvSpPr>
        <p:spPr>
          <a:xfrm>
            <a:off x="6590193" y="435280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/>
              </a:gs>
              <a:gs pos="100000">
                <a:srgbClr val="1B5E20"/>
              </a:gs>
            </a:gsLst>
            <a:lin ang="2700000" scaled="1"/>
          </a:gradFill>
        </p:spPr>
      </p:sp>
      <p:sp>
        <p:nvSpPr>
          <p:cNvPr id="25" name="Text 23"/>
          <p:cNvSpPr/>
          <p:nvPr/>
        </p:nvSpPr>
        <p:spPr>
          <a:xfrm>
            <a:off x="6504468" y="4352809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42693" y="4352809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团队与规划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2693" y="4771844"/>
            <a:ext cx="40481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团队优势、商业模式创新与三年发展规划及财务计划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17ocfn2f5o4rl.cloudfront.net/730cfe0cf1eaa02e4a76a433f6ccd08fe73fe800.jpg"/>
          <p:cNvPicPr>
            <a:picLocks noChangeAspect="1"/>
          </p:cNvPicPr>
          <p:nvPr/>
        </p:nvPicPr>
        <p:blipFill>
          <a:blip r:embed="rId1"/>
          <a:srcRect t="1875" b="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E7D32">
                  <a:alpha val="90000"/>
                </a:srgbClr>
              </a:gs>
              <a:gs pos="50000">
                <a:srgbClr val="2E7D32">
                  <a:alpha val="80000"/>
                </a:srgbClr>
              </a:gs>
              <a:gs pos="100000">
                <a:srgbClr val="1B5E20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28708" y="1974123"/>
            <a:ext cx="1533525" cy="533400"/>
          </a:xfrm>
          <a:custGeom>
            <a:avLst/>
            <a:gdLst/>
            <a:ahLst/>
            <a:cxnLst/>
            <a:rect l="l" t="t" r="r" b="b"/>
            <a:pathLst>
              <a:path w="1533525" h="533400">
                <a:moveTo>
                  <a:pt x="266700" y="0"/>
                </a:moveTo>
                <a:lnTo>
                  <a:pt x="1266825" y="0"/>
                </a:lnTo>
                <a:cubicBezTo>
                  <a:pt x="1414021" y="0"/>
                  <a:pt x="1533525" y="119504"/>
                  <a:pt x="1533525" y="266700"/>
                </a:cubicBezTo>
                <a:lnTo>
                  <a:pt x="1533525" y="266700"/>
                </a:lnTo>
                <a:cubicBezTo>
                  <a:pt x="1533525" y="413896"/>
                  <a:pt x="1414021" y="533400"/>
                  <a:pt x="12668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" name="Text 2"/>
          <p:cNvSpPr/>
          <p:nvPr/>
        </p:nvSpPr>
        <p:spPr>
          <a:xfrm>
            <a:off x="5271558" y="1974123"/>
            <a:ext cx="1647825" cy="533400"/>
          </a:xfrm>
          <a:prstGeom prst="rect">
            <a:avLst/>
          </a:prstGeom>
          <a:noFill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PART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38633" y="281219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24313" y="3955107"/>
            <a:ext cx="41433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项目背景、痛点分析与核心愿景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探索农业科技创新的无限可能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03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71417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项目背景与行业痛点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85123"/>
            <a:ext cx="7200900" cy="2552171"/>
          </a:xfrm>
          <a:custGeom>
            <a:avLst/>
            <a:gdLst/>
            <a:ahLst/>
            <a:cxnLst/>
            <a:rect l="l" t="t" r="r" b="b"/>
            <a:pathLst>
              <a:path w="7200900" h="2552171">
                <a:moveTo>
                  <a:pt x="37042" y="0"/>
                </a:moveTo>
                <a:lnTo>
                  <a:pt x="7163858" y="0"/>
                </a:lnTo>
                <a:cubicBezTo>
                  <a:pt x="7184316" y="0"/>
                  <a:pt x="7200900" y="16584"/>
                  <a:pt x="7200900" y="37042"/>
                </a:cubicBezTo>
                <a:lnTo>
                  <a:pt x="7200900" y="2437859"/>
                </a:lnTo>
                <a:cubicBezTo>
                  <a:pt x="7200900" y="2500992"/>
                  <a:pt x="7149721" y="2552171"/>
                  <a:pt x="7086588" y="2552171"/>
                </a:cubicBezTo>
                <a:lnTo>
                  <a:pt x="114312" y="2552171"/>
                </a:lnTo>
                <a:cubicBezTo>
                  <a:pt x="51179" y="2552171"/>
                  <a:pt x="0" y="2500992"/>
                  <a:pt x="0" y="2437859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85123"/>
            <a:ext cx="7200900" cy="37042"/>
          </a:xfrm>
          <a:custGeom>
            <a:avLst/>
            <a:gdLst/>
            <a:ahLst/>
            <a:cxnLst/>
            <a:rect l="l" t="t" r="r" b="b"/>
            <a:pathLst>
              <a:path w="7200900" h="37042">
                <a:moveTo>
                  <a:pt x="37042" y="0"/>
                </a:moveTo>
                <a:lnTo>
                  <a:pt x="7163858" y="0"/>
                </a:lnTo>
                <a:cubicBezTo>
                  <a:pt x="7184316" y="0"/>
                  <a:pt x="7200900" y="16584"/>
                  <a:pt x="7200900" y="37042"/>
                </a:cubicBezTo>
                <a:lnTo>
                  <a:pt x="7200900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609534" y="133217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23850" y="14464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4288"/>
                </a:moveTo>
                <a:cubicBezTo>
                  <a:pt x="228600" y="62552"/>
                  <a:pt x="194399" y="102825"/>
                  <a:pt x="148947" y="112246"/>
                </a:cubicBezTo>
                <a:cubicBezTo>
                  <a:pt x="145420" y="86305"/>
                  <a:pt x="133767" y="62954"/>
                  <a:pt x="116577" y="44872"/>
                </a:cubicBezTo>
                <a:cubicBezTo>
                  <a:pt x="134481" y="17859"/>
                  <a:pt x="165155" y="0"/>
                  <a:pt x="200025" y="0"/>
                </a:cubicBezTo>
                <a:lnTo>
                  <a:pt x="214313" y="0"/>
                </a:lnTo>
                <a:cubicBezTo>
                  <a:pt x="222215" y="0"/>
                  <a:pt x="228600" y="6385"/>
                  <a:pt x="228600" y="14288"/>
                </a:cubicBezTo>
                <a:close/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28575" y="28575"/>
                </a:lnTo>
                <a:cubicBezTo>
                  <a:pt x="83805" y="28575"/>
                  <a:pt x="128588" y="73357"/>
                  <a:pt x="128588" y="128588"/>
                </a:cubicBezTo>
                <a:lnTo>
                  <a:pt x="128588" y="214313"/>
                </a:lnTo>
                <a:cubicBezTo>
                  <a:pt x="128588" y="222215"/>
                  <a:pt x="122203" y="228600"/>
                  <a:pt x="114300" y="228600"/>
                </a:cubicBezTo>
                <a:cubicBezTo>
                  <a:pt x="106397" y="228600"/>
                  <a:pt x="100013" y="222215"/>
                  <a:pt x="100013" y="214313"/>
                </a:cubicBezTo>
                <a:lnTo>
                  <a:pt x="100013" y="142875"/>
                </a:lnTo>
                <a:cubicBezTo>
                  <a:pt x="44782" y="142875"/>
                  <a:pt x="0" y="98093"/>
                  <a:pt x="0" y="42863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8" name="Text 6"/>
          <p:cNvSpPr/>
          <p:nvPr/>
        </p:nvSpPr>
        <p:spPr>
          <a:xfrm>
            <a:off x="1180951" y="1408328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行业背景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34" y="1941712"/>
            <a:ext cx="681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马铃薯产业地位：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马铃薯作为我国主要粮食作物和经济作物，种植面积广泛，是农业经济的重要支柱。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34" y="2551079"/>
            <a:ext cx="6819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数字化转型趋势：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国家"十四五"规划明确提出加快农业数字化转型，推广智能检测、智能防控技术。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34" y="2912899"/>
            <a:ext cx="681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市场需求旺盛：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传统人工识别模式已无法满足规模化、精细化种植需求，智能识别系统市场空间广阔。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845555"/>
            <a:ext cx="7200900" cy="2152121"/>
          </a:xfrm>
          <a:custGeom>
            <a:avLst/>
            <a:gdLst/>
            <a:ahLst/>
            <a:cxnLst/>
            <a:rect l="l" t="t" r="r" b="b"/>
            <a:pathLst>
              <a:path w="7200900" h="2152121">
                <a:moveTo>
                  <a:pt x="37042" y="0"/>
                </a:moveTo>
                <a:lnTo>
                  <a:pt x="7163858" y="0"/>
                </a:lnTo>
                <a:cubicBezTo>
                  <a:pt x="7184316" y="0"/>
                  <a:pt x="7200900" y="16584"/>
                  <a:pt x="7200900" y="37042"/>
                </a:cubicBezTo>
                <a:lnTo>
                  <a:pt x="7200900" y="2037822"/>
                </a:lnTo>
                <a:cubicBezTo>
                  <a:pt x="7200900" y="2100947"/>
                  <a:pt x="7149727" y="2152121"/>
                  <a:pt x="7086601" y="2152121"/>
                </a:cubicBezTo>
                <a:lnTo>
                  <a:pt x="114299" y="2152121"/>
                </a:lnTo>
                <a:cubicBezTo>
                  <a:pt x="51173" y="2152121"/>
                  <a:pt x="0" y="2100947"/>
                  <a:pt x="0" y="2037822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000" y="3845555"/>
            <a:ext cx="7200900" cy="37042"/>
          </a:xfrm>
          <a:custGeom>
            <a:avLst/>
            <a:gdLst/>
            <a:ahLst/>
            <a:cxnLst/>
            <a:rect l="l" t="t" r="r" b="b"/>
            <a:pathLst>
              <a:path w="7200900" h="37042">
                <a:moveTo>
                  <a:pt x="37042" y="0"/>
                </a:moveTo>
                <a:lnTo>
                  <a:pt x="7163858" y="0"/>
                </a:lnTo>
                <a:cubicBezTo>
                  <a:pt x="7184316" y="0"/>
                  <a:pt x="7200900" y="16584"/>
                  <a:pt x="7200900" y="37042"/>
                </a:cubicBezTo>
                <a:lnTo>
                  <a:pt x="7200900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4" name="Shape 12"/>
          <p:cNvSpPr/>
          <p:nvPr/>
        </p:nvSpPr>
        <p:spPr>
          <a:xfrm>
            <a:off x="609534" y="40926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23850" y="420687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6" name="Text 14"/>
          <p:cNvSpPr/>
          <p:nvPr/>
        </p:nvSpPr>
        <p:spPr>
          <a:xfrm>
            <a:off x="1180951" y="4168759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584" y="47401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8" name="Text 16"/>
          <p:cNvSpPr/>
          <p:nvPr/>
        </p:nvSpPr>
        <p:spPr>
          <a:xfrm>
            <a:off x="876184" y="4702143"/>
            <a:ext cx="154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人工识别效率低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184" y="4968711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依赖经验判断，耗时耗力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76684" y="47401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1" name="Text 19"/>
          <p:cNvSpPr/>
          <p:nvPr/>
        </p:nvSpPr>
        <p:spPr>
          <a:xfrm>
            <a:off x="4324284" y="4702143"/>
            <a:ext cx="140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误判率偏高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24284" y="4968711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难以精准区分病害类型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584" y="53496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4" name="Text 22"/>
          <p:cNvSpPr/>
          <p:nvPr/>
        </p:nvSpPr>
        <p:spPr>
          <a:xfrm>
            <a:off x="876184" y="5311594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技术门槛高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184" y="5578162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专业设备昂贵，基层难承担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76684" y="53496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7" name="Text 25"/>
          <p:cNvSpPr/>
          <p:nvPr/>
        </p:nvSpPr>
        <p:spPr>
          <a:xfrm>
            <a:off x="4324284" y="5311594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数据衔接不畅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24284" y="5578162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位置、天气与识别功能脱节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10501" y="1066602"/>
            <a:ext cx="4000500" cy="2667000"/>
          </a:xfrm>
          <a:custGeom>
            <a:avLst/>
            <a:gdLst/>
            <a:ahLst/>
            <a:cxnLst/>
            <a:rect l="l" t="t" r="r" b="b"/>
            <a:pathLst>
              <a:path w="4000500" h="2667000">
                <a:moveTo>
                  <a:pt x="114308" y="0"/>
                </a:moveTo>
                <a:lnTo>
                  <a:pt x="3886192" y="0"/>
                </a:lnTo>
                <a:cubicBezTo>
                  <a:pt x="3949323" y="0"/>
                  <a:pt x="4000500" y="51177"/>
                  <a:pt x="4000500" y="114308"/>
                </a:cubicBezTo>
                <a:lnTo>
                  <a:pt x="4000500" y="2552692"/>
                </a:lnTo>
                <a:cubicBezTo>
                  <a:pt x="4000500" y="2615823"/>
                  <a:pt x="3949323" y="2667000"/>
                  <a:pt x="3886192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/>
              </a:gs>
              <a:gs pos="100000">
                <a:srgbClr val="1B5E20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62847" y="13331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8277159" y="1295135"/>
            <a:ext cx="3400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市场规模与机遇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39034" y="1752286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智能农业市场增长率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92529" y="1714170"/>
            <a:ext cx="704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25%+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39034" y="2095086"/>
            <a:ext cx="3543300" cy="114300"/>
          </a:xfrm>
          <a:custGeom>
            <a:avLst/>
            <a:gdLst/>
            <a:ahLst/>
            <a:cxnLst/>
            <a:rect l="l" t="t" r="r" b="b"/>
            <a:pathLst>
              <a:path w="3543300" h="114300">
                <a:moveTo>
                  <a:pt x="57150" y="0"/>
                </a:moveTo>
                <a:lnTo>
                  <a:pt x="3486150" y="0"/>
                </a:lnTo>
                <a:cubicBezTo>
                  <a:pt x="3517692" y="0"/>
                  <a:pt x="3543300" y="25608"/>
                  <a:pt x="3543300" y="57150"/>
                </a:cubicBezTo>
                <a:lnTo>
                  <a:pt x="3543300" y="57150"/>
                </a:lnTo>
                <a:cubicBezTo>
                  <a:pt x="3543300" y="88692"/>
                  <a:pt x="3517692" y="114300"/>
                  <a:pt x="3486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039034" y="2095086"/>
            <a:ext cx="2657475" cy="114300"/>
          </a:xfrm>
          <a:custGeom>
            <a:avLst/>
            <a:gdLst/>
            <a:ahLst/>
            <a:cxnLst/>
            <a:rect l="l" t="t" r="r" b="b"/>
            <a:pathLst>
              <a:path w="2657475" h="114300">
                <a:moveTo>
                  <a:pt x="57150" y="0"/>
                </a:moveTo>
                <a:lnTo>
                  <a:pt x="2600325" y="0"/>
                </a:lnTo>
                <a:cubicBezTo>
                  <a:pt x="2631867" y="0"/>
                  <a:pt x="2657475" y="25608"/>
                  <a:pt x="2657475" y="57150"/>
                </a:cubicBezTo>
                <a:lnTo>
                  <a:pt x="2657475" y="57150"/>
                </a:lnTo>
                <a:cubicBezTo>
                  <a:pt x="2657475" y="88692"/>
                  <a:pt x="2631867" y="114300"/>
                  <a:pt x="26003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6" name="Text 34"/>
          <p:cNvSpPr/>
          <p:nvPr/>
        </p:nvSpPr>
        <p:spPr>
          <a:xfrm>
            <a:off x="8039034" y="239985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马铃薯种植面积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577050" y="2361737"/>
            <a:ext cx="1123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7000万亩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39034" y="2742656"/>
            <a:ext cx="3543300" cy="114300"/>
          </a:xfrm>
          <a:custGeom>
            <a:avLst/>
            <a:gdLst/>
            <a:ahLst/>
            <a:cxnLst/>
            <a:rect l="l" t="t" r="r" b="b"/>
            <a:pathLst>
              <a:path w="3543300" h="114300">
                <a:moveTo>
                  <a:pt x="57150" y="0"/>
                </a:moveTo>
                <a:lnTo>
                  <a:pt x="3486150" y="0"/>
                </a:lnTo>
                <a:cubicBezTo>
                  <a:pt x="3517692" y="0"/>
                  <a:pt x="3543300" y="25608"/>
                  <a:pt x="3543300" y="57150"/>
                </a:cubicBezTo>
                <a:lnTo>
                  <a:pt x="3543300" y="57150"/>
                </a:lnTo>
                <a:cubicBezTo>
                  <a:pt x="3543300" y="88692"/>
                  <a:pt x="3517692" y="114300"/>
                  <a:pt x="3486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039034" y="2742656"/>
            <a:ext cx="3009900" cy="114300"/>
          </a:xfrm>
          <a:custGeom>
            <a:avLst/>
            <a:gdLst/>
            <a:ahLst/>
            <a:cxnLst/>
            <a:rect l="l" t="t" r="r" b="b"/>
            <a:pathLst>
              <a:path w="3009900" h="114300">
                <a:moveTo>
                  <a:pt x="57150" y="0"/>
                </a:moveTo>
                <a:lnTo>
                  <a:pt x="2952750" y="0"/>
                </a:lnTo>
                <a:cubicBezTo>
                  <a:pt x="2984292" y="0"/>
                  <a:pt x="3009900" y="25608"/>
                  <a:pt x="3009900" y="57150"/>
                </a:cubicBezTo>
                <a:lnTo>
                  <a:pt x="3009900" y="57150"/>
                </a:lnTo>
                <a:cubicBezTo>
                  <a:pt x="3009900" y="88692"/>
                  <a:pt x="2984292" y="114300"/>
                  <a:pt x="29527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0" name="Text 38"/>
          <p:cNvSpPr/>
          <p:nvPr/>
        </p:nvSpPr>
        <p:spPr>
          <a:xfrm>
            <a:off x="8039034" y="3047421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病害造成损失率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88468" y="3009305"/>
            <a:ext cx="9048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15-30%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39034" y="3390223"/>
            <a:ext cx="3543300" cy="114300"/>
          </a:xfrm>
          <a:custGeom>
            <a:avLst/>
            <a:gdLst/>
            <a:ahLst/>
            <a:cxnLst/>
            <a:rect l="l" t="t" r="r" b="b"/>
            <a:pathLst>
              <a:path w="3543300" h="114300">
                <a:moveTo>
                  <a:pt x="57150" y="0"/>
                </a:moveTo>
                <a:lnTo>
                  <a:pt x="3486150" y="0"/>
                </a:lnTo>
                <a:cubicBezTo>
                  <a:pt x="3517692" y="0"/>
                  <a:pt x="3543300" y="25608"/>
                  <a:pt x="3543300" y="57150"/>
                </a:cubicBezTo>
                <a:lnTo>
                  <a:pt x="3543300" y="57150"/>
                </a:lnTo>
                <a:cubicBezTo>
                  <a:pt x="3543300" y="88692"/>
                  <a:pt x="3517692" y="114300"/>
                  <a:pt x="3486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039034" y="3390223"/>
            <a:ext cx="2124075" cy="114300"/>
          </a:xfrm>
          <a:custGeom>
            <a:avLst/>
            <a:gdLst/>
            <a:ahLst/>
            <a:cxnLst/>
            <a:rect l="l" t="t" r="r" b="b"/>
            <a:pathLst>
              <a:path w="2124075" h="114300">
                <a:moveTo>
                  <a:pt x="57150" y="0"/>
                </a:moveTo>
                <a:lnTo>
                  <a:pt x="2066925" y="0"/>
                </a:lnTo>
                <a:cubicBezTo>
                  <a:pt x="2098467" y="0"/>
                  <a:pt x="2124075" y="25608"/>
                  <a:pt x="2124075" y="57150"/>
                </a:cubicBezTo>
                <a:lnTo>
                  <a:pt x="2124075" y="57150"/>
                </a:lnTo>
                <a:cubicBezTo>
                  <a:pt x="2124075" y="88692"/>
                  <a:pt x="2098467" y="114300"/>
                  <a:pt x="20669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4" name="Shape 42"/>
          <p:cNvSpPr/>
          <p:nvPr/>
        </p:nvSpPr>
        <p:spPr>
          <a:xfrm>
            <a:off x="7810501" y="3923523"/>
            <a:ext cx="4000500" cy="1971675"/>
          </a:xfrm>
          <a:custGeom>
            <a:avLst/>
            <a:gdLst/>
            <a:ahLst/>
            <a:cxnLst/>
            <a:rect l="l" t="t" r="r" b="b"/>
            <a:pathLst>
              <a:path w="4000500" h="1971675">
                <a:moveTo>
                  <a:pt x="114298" y="0"/>
                </a:moveTo>
                <a:lnTo>
                  <a:pt x="3886202" y="0"/>
                </a:lnTo>
                <a:cubicBezTo>
                  <a:pt x="3949285" y="0"/>
                  <a:pt x="4000500" y="51215"/>
                  <a:pt x="4000500" y="114298"/>
                </a:cubicBezTo>
                <a:lnTo>
                  <a:pt x="4000500" y="1857377"/>
                </a:lnTo>
                <a:cubicBezTo>
                  <a:pt x="4000500" y="1920460"/>
                  <a:pt x="3949285" y="1971675"/>
                  <a:pt x="3886202" y="1971675"/>
                </a:cubicBezTo>
                <a:lnTo>
                  <a:pt x="114298" y="1971675"/>
                </a:lnTo>
                <a:cubicBezTo>
                  <a:pt x="51215" y="1971675"/>
                  <a:pt x="0" y="1920460"/>
                  <a:pt x="0" y="18573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36653" y="419968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6" name="Text 44"/>
          <p:cNvSpPr/>
          <p:nvPr/>
        </p:nvSpPr>
        <p:spPr>
          <a:xfrm>
            <a:off x="8248584" y="4152058"/>
            <a:ext cx="341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政策支持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58084" y="46092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8" name="Text 46"/>
          <p:cNvSpPr/>
          <p:nvPr/>
        </p:nvSpPr>
        <p:spPr>
          <a:xfrm>
            <a:off x="8305685" y="4571174"/>
            <a:ext cx="3343275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《"十四五"推进农业农村现代化规划》支持农业数字化转型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58084" y="51568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50" name="Text 48"/>
          <p:cNvSpPr/>
          <p:nvPr/>
        </p:nvSpPr>
        <p:spPr>
          <a:xfrm>
            <a:off x="8305685" y="5118862"/>
            <a:ext cx="23336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各地农业扶持政策为项目落地提供保障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58084" y="548787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52" name="Text 50"/>
          <p:cNvSpPr/>
          <p:nvPr/>
        </p:nvSpPr>
        <p:spPr>
          <a:xfrm>
            <a:off x="8305685" y="5449839"/>
            <a:ext cx="18002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农业科技扶持资金可申请支持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275" y="411638"/>
            <a:ext cx="74855" cy="299420"/>
          </a:xfrm>
          <a:custGeom>
            <a:avLst/>
            <a:gdLst/>
            <a:ahLst/>
            <a:cxnLst/>
            <a:rect l="l" t="t" r="r" b="b"/>
            <a:pathLst>
              <a:path w="74855" h="299420">
                <a:moveTo>
                  <a:pt x="37427" y="0"/>
                </a:moveTo>
                <a:lnTo>
                  <a:pt x="37427" y="0"/>
                </a:lnTo>
                <a:cubicBezTo>
                  <a:pt x="58084" y="0"/>
                  <a:pt x="74855" y="16771"/>
                  <a:pt x="74855" y="37427"/>
                </a:cubicBezTo>
                <a:lnTo>
                  <a:pt x="74855" y="261992"/>
                </a:lnTo>
                <a:cubicBezTo>
                  <a:pt x="74855" y="282649"/>
                  <a:pt x="58084" y="299420"/>
                  <a:pt x="37427" y="299420"/>
                </a:cubicBezTo>
                <a:lnTo>
                  <a:pt x="37427" y="299420"/>
                </a:lnTo>
                <a:cubicBezTo>
                  <a:pt x="16771" y="299420"/>
                  <a:pt x="0" y="282649"/>
                  <a:pt x="0" y="261992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61331" y="374275"/>
            <a:ext cx="3200049" cy="374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项目目标与核心愿景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275" y="1047775"/>
            <a:ext cx="11443450" cy="2788347"/>
          </a:xfrm>
          <a:custGeom>
            <a:avLst/>
            <a:gdLst/>
            <a:ahLst/>
            <a:cxnLst/>
            <a:rect l="l" t="t" r="r" b="b"/>
            <a:pathLst>
              <a:path w="11443450" h="2788347">
                <a:moveTo>
                  <a:pt x="112287" y="0"/>
                </a:moveTo>
                <a:lnTo>
                  <a:pt x="11331164" y="0"/>
                </a:lnTo>
                <a:cubicBezTo>
                  <a:pt x="11393178" y="0"/>
                  <a:pt x="11443450" y="50272"/>
                  <a:pt x="11443450" y="112287"/>
                </a:cubicBezTo>
                <a:lnTo>
                  <a:pt x="11443450" y="2676060"/>
                </a:lnTo>
                <a:cubicBezTo>
                  <a:pt x="11443450" y="2738074"/>
                  <a:pt x="11393178" y="2788347"/>
                  <a:pt x="11331164" y="2788347"/>
                </a:cubicBezTo>
                <a:lnTo>
                  <a:pt x="112287" y="2788347"/>
                </a:lnTo>
                <a:cubicBezTo>
                  <a:pt x="50272" y="2788347"/>
                  <a:pt x="0" y="2738074"/>
                  <a:pt x="0" y="2676060"/>
                </a:cubicBezTo>
                <a:lnTo>
                  <a:pt x="0" y="112287"/>
                </a:lnTo>
                <a:cubicBezTo>
                  <a:pt x="0" y="50272"/>
                  <a:pt x="50272" y="0"/>
                  <a:pt x="112287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/>
              </a:gs>
              <a:gs pos="100000">
                <a:srgbClr val="1B5E20"/>
              </a:gs>
            </a:gsLst>
            <a:lin ang="0" scaled="1"/>
          </a:gradFill>
          <a:effectLst>
            <a:outerShdw blurRad="140353" dist="935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8775" y="1272276"/>
            <a:ext cx="598840" cy="598840"/>
          </a:xfrm>
          <a:custGeom>
            <a:avLst/>
            <a:gdLst/>
            <a:ahLst/>
            <a:cxnLst/>
            <a:rect l="l" t="t" r="r" b="b"/>
            <a:pathLst>
              <a:path w="598840" h="598840">
                <a:moveTo>
                  <a:pt x="112282" y="0"/>
                </a:moveTo>
                <a:lnTo>
                  <a:pt x="486557" y="0"/>
                </a:lnTo>
                <a:cubicBezTo>
                  <a:pt x="548528" y="0"/>
                  <a:pt x="598840" y="50312"/>
                  <a:pt x="598840" y="112282"/>
                </a:cubicBezTo>
                <a:lnTo>
                  <a:pt x="598840" y="486557"/>
                </a:lnTo>
                <a:cubicBezTo>
                  <a:pt x="598840" y="548528"/>
                  <a:pt x="548528" y="598840"/>
                  <a:pt x="486557" y="598840"/>
                </a:cubicBezTo>
                <a:lnTo>
                  <a:pt x="112282" y="598840"/>
                </a:lnTo>
                <a:cubicBezTo>
                  <a:pt x="50312" y="598840"/>
                  <a:pt x="0" y="548528"/>
                  <a:pt x="0" y="486557"/>
                </a:cubicBezTo>
                <a:lnTo>
                  <a:pt x="0" y="112282"/>
                </a:lnTo>
                <a:cubicBezTo>
                  <a:pt x="0" y="50312"/>
                  <a:pt x="50312" y="0"/>
                  <a:pt x="11228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60148" y="1431309"/>
            <a:ext cx="280706" cy="280706"/>
          </a:xfrm>
          <a:custGeom>
            <a:avLst/>
            <a:gdLst/>
            <a:ahLst/>
            <a:cxnLst/>
            <a:rect l="l" t="t" r="r" b="b"/>
            <a:pathLst>
              <a:path w="280706" h="280706">
                <a:moveTo>
                  <a:pt x="245618" y="140353"/>
                </a:moveTo>
                <a:cubicBezTo>
                  <a:pt x="245618" y="82256"/>
                  <a:pt x="198450" y="35088"/>
                  <a:pt x="140353" y="35088"/>
                </a:cubicBezTo>
                <a:cubicBezTo>
                  <a:pt x="82256" y="35088"/>
                  <a:pt x="35088" y="82256"/>
                  <a:pt x="35088" y="140353"/>
                </a:cubicBezTo>
                <a:cubicBezTo>
                  <a:pt x="35088" y="198450"/>
                  <a:pt x="82256" y="245618"/>
                  <a:pt x="140353" y="245618"/>
                </a:cubicBezTo>
                <a:cubicBezTo>
                  <a:pt x="198450" y="245618"/>
                  <a:pt x="245618" y="198450"/>
                  <a:pt x="245618" y="140353"/>
                </a:cubicBezTo>
                <a:close/>
                <a:moveTo>
                  <a:pt x="0" y="140353"/>
                </a:moveTo>
                <a:cubicBezTo>
                  <a:pt x="0" y="62890"/>
                  <a:pt x="62890" y="0"/>
                  <a:pt x="140353" y="0"/>
                </a:cubicBezTo>
                <a:cubicBezTo>
                  <a:pt x="217816" y="0"/>
                  <a:pt x="280706" y="62890"/>
                  <a:pt x="280706" y="140353"/>
                </a:cubicBezTo>
                <a:cubicBezTo>
                  <a:pt x="280706" y="217816"/>
                  <a:pt x="217816" y="280706"/>
                  <a:pt x="140353" y="280706"/>
                </a:cubicBezTo>
                <a:cubicBezTo>
                  <a:pt x="62890" y="280706"/>
                  <a:pt x="0" y="217816"/>
                  <a:pt x="0" y="140353"/>
                </a:cubicBezTo>
                <a:close/>
                <a:moveTo>
                  <a:pt x="140353" y="184213"/>
                </a:moveTo>
                <a:cubicBezTo>
                  <a:pt x="164560" y="184213"/>
                  <a:pt x="184213" y="164560"/>
                  <a:pt x="184213" y="140353"/>
                </a:cubicBezTo>
                <a:cubicBezTo>
                  <a:pt x="184213" y="116146"/>
                  <a:pt x="164560" y="96493"/>
                  <a:pt x="140353" y="96493"/>
                </a:cubicBezTo>
                <a:cubicBezTo>
                  <a:pt x="116146" y="96493"/>
                  <a:pt x="96493" y="116146"/>
                  <a:pt x="96493" y="140353"/>
                </a:cubicBezTo>
                <a:cubicBezTo>
                  <a:pt x="96493" y="164560"/>
                  <a:pt x="116146" y="184213"/>
                  <a:pt x="140353" y="184213"/>
                </a:cubicBezTo>
                <a:close/>
                <a:moveTo>
                  <a:pt x="140353" y="61404"/>
                </a:moveTo>
                <a:cubicBezTo>
                  <a:pt x="183926" y="61404"/>
                  <a:pt x="219302" y="96780"/>
                  <a:pt x="219302" y="140353"/>
                </a:cubicBezTo>
                <a:cubicBezTo>
                  <a:pt x="219302" y="183926"/>
                  <a:pt x="183926" y="219302"/>
                  <a:pt x="140353" y="219302"/>
                </a:cubicBezTo>
                <a:cubicBezTo>
                  <a:pt x="96780" y="219302"/>
                  <a:pt x="61404" y="183926"/>
                  <a:pt x="61404" y="140353"/>
                </a:cubicBezTo>
                <a:cubicBezTo>
                  <a:pt x="61404" y="96780"/>
                  <a:pt x="96780" y="61404"/>
                  <a:pt x="140353" y="61404"/>
                </a:cubicBezTo>
                <a:close/>
                <a:moveTo>
                  <a:pt x="122809" y="140353"/>
                </a:moveTo>
                <a:cubicBezTo>
                  <a:pt x="122809" y="130670"/>
                  <a:pt x="130670" y="122809"/>
                  <a:pt x="140353" y="122809"/>
                </a:cubicBezTo>
                <a:cubicBezTo>
                  <a:pt x="150036" y="122809"/>
                  <a:pt x="157897" y="130670"/>
                  <a:pt x="157897" y="140353"/>
                </a:cubicBezTo>
                <a:cubicBezTo>
                  <a:pt x="157897" y="150036"/>
                  <a:pt x="150036" y="157897"/>
                  <a:pt x="140353" y="157897"/>
                </a:cubicBezTo>
                <a:cubicBezTo>
                  <a:pt x="130670" y="157897"/>
                  <a:pt x="122809" y="150036"/>
                  <a:pt x="122809" y="14035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347243" y="1403206"/>
            <a:ext cx="1824589" cy="336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项目核心目标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775" y="2020743"/>
            <a:ext cx="3518183" cy="1590668"/>
          </a:xfrm>
          <a:custGeom>
            <a:avLst/>
            <a:gdLst/>
            <a:ahLst/>
            <a:cxnLst/>
            <a:rect l="l" t="t" r="r" b="b"/>
            <a:pathLst>
              <a:path w="3518183" h="1590668">
                <a:moveTo>
                  <a:pt x="74857" y="0"/>
                </a:moveTo>
                <a:lnTo>
                  <a:pt x="3443326" y="0"/>
                </a:lnTo>
                <a:cubicBezTo>
                  <a:pt x="3484668" y="0"/>
                  <a:pt x="3518183" y="33515"/>
                  <a:pt x="3518183" y="74857"/>
                </a:cubicBezTo>
                <a:lnTo>
                  <a:pt x="3518183" y="1515811"/>
                </a:lnTo>
                <a:cubicBezTo>
                  <a:pt x="3518183" y="1557153"/>
                  <a:pt x="3484668" y="1590668"/>
                  <a:pt x="3443326" y="1590668"/>
                </a:cubicBezTo>
                <a:lnTo>
                  <a:pt x="74857" y="1590668"/>
                </a:lnTo>
                <a:cubicBezTo>
                  <a:pt x="33515" y="1590668"/>
                  <a:pt x="0" y="1557153"/>
                  <a:pt x="0" y="1515811"/>
                </a:cubicBezTo>
                <a:lnTo>
                  <a:pt x="0" y="74857"/>
                </a:lnTo>
                <a:cubicBezTo>
                  <a:pt x="0" y="33542"/>
                  <a:pt x="33542" y="0"/>
                  <a:pt x="748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60164" y="2207881"/>
            <a:ext cx="210530" cy="187137"/>
          </a:xfrm>
          <a:custGeom>
            <a:avLst/>
            <a:gdLst/>
            <a:ahLst/>
            <a:cxnLst/>
            <a:rect l="l" t="t" r="r" b="b"/>
            <a:pathLst>
              <a:path w="210530" h="187137">
                <a:moveTo>
                  <a:pt x="105265" y="-5848"/>
                </a:moveTo>
                <a:cubicBezTo>
                  <a:pt x="111734" y="-5848"/>
                  <a:pt x="116961" y="-621"/>
                  <a:pt x="116961" y="5848"/>
                </a:cubicBezTo>
                <a:lnTo>
                  <a:pt x="116961" y="12537"/>
                </a:lnTo>
                <a:cubicBezTo>
                  <a:pt x="152817" y="17654"/>
                  <a:pt x="181180" y="46017"/>
                  <a:pt x="186297" y="81873"/>
                </a:cubicBezTo>
                <a:lnTo>
                  <a:pt x="192985" y="81873"/>
                </a:lnTo>
                <a:cubicBezTo>
                  <a:pt x="199455" y="81873"/>
                  <a:pt x="204682" y="87099"/>
                  <a:pt x="204682" y="93569"/>
                </a:cubicBezTo>
                <a:cubicBezTo>
                  <a:pt x="204682" y="100038"/>
                  <a:pt x="199455" y="105265"/>
                  <a:pt x="192985" y="105265"/>
                </a:cubicBezTo>
                <a:lnTo>
                  <a:pt x="186297" y="105265"/>
                </a:lnTo>
                <a:cubicBezTo>
                  <a:pt x="181180" y="141121"/>
                  <a:pt x="152817" y="169484"/>
                  <a:pt x="116961" y="174601"/>
                </a:cubicBezTo>
                <a:lnTo>
                  <a:pt x="116961" y="181289"/>
                </a:lnTo>
                <a:cubicBezTo>
                  <a:pt x="116961" y="187759"/>
                  <a:pt x="111734" y="192985"/>
                  <a:pt x="105265" y="192985"/>
                </a:cubicBezTo>
                <a:cubicBezTo>
                  <a:pt x="98795" y="192985"/>
                  <a:pt x="93569" y="187759"/>
                  <a:pt x="93569" y="181289"/>
                </a:cubicBezTo>
                <a:lnTo>
                  <a:pt x="93569" y="174601"/>
                </a:lnTo>
                <a:cubicBezTo>
                  <a:pt x="57713" y="169484"/>
                  <a:pt x="29350" y="141121"/>
                  <a:pt x="24233" y="105265"/>
                </a:cubicBezTo>
                <a:lnTo>
                  <a:pt x="17544" y="105265"/>
                </a:lnTo>
                <a:cubicBezTo>
                  <a:pt x="11075" y="105265"/>
                  <a:pt x="5848" y="100038"/>
                  <a:pt x="5848" y="93569"/>
                </a:cubicBezTo>
                <a:cubicBezTo>
                  <a:pt x="5848" y="87099"/>
                  <a:pt x="11075" y="81873"/>
                  <a:pt x="17544" y="81873"/>
                </a:cubicBezTo>
                <a:lnTo>
                  <a:pt x="24233" y="81873"/>
                </a:lnTo>
                <a:cubicBezTo>
                  <a:pt x="29350" y="46017"/>
                  <a:pt x="57713" y="17654"/>
                  <a:pt x="93569" y="12537"/>
                </a:cubicBezTo>
                <a:lnTo>
                  <a:pt x="93569" y="5848"/>
                </a:lnTo>
                <a:cubicBezTo>
                  <a:pt x="93569" y="-621"/>
                  <a:pt x="98795" y="-5848"/>
                  <a:pt x="105265" y="-5848"/>
                </a:cubicBezTo>
                <a:close/>
                <a:moveTo>
                  <a:pt x="47954" y="105265"/>
                </a:moveTo>
                <a:cubicBezTo>
                  <a:pt x="52596" y="128182"/>
                  <a:pt x="70652" y="146238"/>
                  <a:pt x="93569" y="150880"/>
                </a:cubicBezTo>
                <a:lnTo>
                  <a:pt x="93569" y="146201"/>
                </a:lnTo>
                <a:cubicBezTo>
                  <a:pt x="93569" y="139732"/>
                  <a:pt x="98795" y="134505"/>
                  <a:pt x="105265" y="134505"/>
                </a:cubicBezTo>
                <a:cubicBezTo>
                  <a:pt x="111734" y="134505"/>
                  <a:pt x="116961" y="139732"/>
                  <a:pt x="116961" y="146201"/>
                </a:cubicBezTo>
                <a:lnTo>
                  <a:pt x="116961" y="150880"/>
                </a:lnTo>
                <a:cubicBezTo>
                  <a:pt x="139878" y="146238"/>
                  <a:pt x="157934" y="128182"/>
                  <a:pt x="162576" y="105265"/>
                </a:cubicBezTo>
                <a:lnTo>
                  <a:pt x="157897" y="105265"/>
                </a:lnTo>
                <a:cubicBezTo>
                  <a:pt x="151428" y="105265"/>
                  <a:pt x="146201" y="100038"/>
                  <a:pt x="146201" y="93569"/>
                </a:cubicBezTo>
                <a:cubicBezTo>
                  <a:pt x="146201" y="87099"/>
                  <a:pt x="151428" y="81873"/>
                  <a:pt x="157897" y="81873"/>
                </a:cubicBezTo>
                <a:lnTo>
                  <a:pt x="162576" y="81873"/>
                </a:lnTo>
                <a:cubicBezTo>
                  <a:pt x="157934" y="58956"/>
                  <a:pt x="139878" y="40900"/>
                  <a:pt x="116961" y="36258"/>
                </a:cubicBezTo>
                <a:lnTo>
                  <a:pt x="116961" y="40936"/>
                </a:lnTo>
                <a:cubicBezTo>
                  <a:pt x="116961" y="47406"/>
                  <a:pt x="111734" y="52632"/>
                  <a:pt x="105265" y="52632"/>
                </a:cubicBezTo>
                <a:cubicBezTo>
                  <a:pt x="98795" y="52632"/>
                  <a:pt x="93569" y="47406"/>
                  <a:pt x="93569" y="40936"/>
                </a:cubicBezTo>
                <a:lnTo>
                  <a:pt x="93569" y="36258"/>
                </a:lnTo>
                <a:cubicBezTo>
                  <a:pt x="70652" y="40900"/>
                  <a:pt x="52596" y="58956"/>
                  <a:pt x="47954" y="81873"/>
                </a:cubicBezTo>
                <a:lnTo>
                  <a:pt x="52632" y="81873"/>
                </a:lnTo>
                <a:cubicBezTo>
                  <a:pt x="59102" y="81873"/>
                  <a:pt x="64328" y="87099"/>
                  <a:pt x="64328" y="93569"/>
                </a:cubicBezTo>
                <a:cubicBezTo>
                  <a:pt x="64328" y="100038"/>
                  <a:pt x="59102" y="105265"/>
                  <a:pt x="52632" y="105265"/>
                </a:cubicBezTo>
                <a:lnTo>
                  <a:pt x="47954" y="105265"/>
                </a:lnTo>
                <a:close/>
                <a:moveTo>
                  <a:pt x="105265" y="76025"/>
                </a:moveTo>
                <a:cubicBezTo>
                  <a:pt x="114948" y="76025"/>
                  <a:pt x="122809" y="83886"/>
                  <a:pt x="122809" y="93569"/>
                </a:cubicBezTo>
                <a:cubicBezTo>
                  <a:pt x="122809" y="103252"/>
                  <a:pt x="114948" y="111113"/>
                  <a:pt x="105265" y="111113"/>
                </a:cubicBezTo>
                <a:cubicBezTo>
                  <a:pt x="95582" y="111113"/>
                  <a:pt x="87721" y="103252"/>
                  <a:pt x="87721" y="93569"/>
                </a:cubicBezTo>
                <a:cubicBezTo>
                  <a:pt x="87721" y="83886"/>
                  <a:pt x="95582" y="76025"/>
                  <a:pt x="105265" y="76025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0" name="Text 8"/>
          <p:cNvSpPr/>
          <p:nvPr/>
        </p:nvSpPr>
        <p:spPr>
          <a:xfrm>
            <a:off x="1057196" y="2170437"/>
            <a:ext cx="75790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精准识别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8468" y="2544712"/>
            <a:ext cx="3293618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实现早疫病、晚疫病及健康叶片三类快速识别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8468" y="2900143"/>
            <a:ext cx="814048" cy="561412"/>
          </a:xfrm>
          <a:custGeom>
            <a:avLst/>
            <a:gdLst/>
            <a:ahLst/>
            <a:cxnLst/>
            <a:rect l="l" t="t" r="r" b="b"/>
            <a:pathLst>
              <a:path w="814048" h="561412">
                <a:moveTo>
                  <a:pt x="74853" y="0"/>
                </a:moveTo>
                <a:lnTo>
                  <a:pt x="739195" y="0"/>
                </a:lnTo>
                <a:cubicBezTo>
                  <a:pt x="780507" y="0"/>
                  <a:pt x="814048" y="33541"/>
                  <a:pt x="814048" y="74853"/>
                </a:cubicBezTo>
                <a:lnTo>
                  <a:pt x="814048" y="486559"/>
                </a:lnTo>
                <a:cubicBezTo>
                  <a:pt x="814048" y="527899"/>
                  <a:pt x="780535" y="561412"/>
                  <a:pt x="739195" y="561412"/>
                </a:cubicBezTo>
                <a:lnTo>
                  <a:pt x="74853" y="561412"/>
                </a:lnTo>
                <a:cubicBezTo>
                  <a:pt x="33541" y="561412"/>
                  <a:pt x="0" y="527872"/>
                  <a:pt x="0" y="486559"/>
                </a:cubicBezTo>
                <a:lnTo>
                  <a:pt x="0" y="74853"/>
                </a:lnTo>
                <a:cubicBezTo>
                  <a:pt x="0" y="33541"/>
                  <a:pt x="33541" y="0"/>
                  <a:pt x="7485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3" name="Text 11"/>
          <p:cNvSpPr/>
          <p:nvPr/>
        </p:nvSpPr>
        <p:spPr>
          <a:xfrm>
            <a:off x="804577" y="2956268"/>
            <a:ext cx="701765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≥95%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648" y="3255656"/>
            <a:ext cx="645624" cy="14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72134" y="2900143"/>
            <a:ext cx="673695" cy="561412"/>
          </a:xfrm>
          <a:custGeom>
            <a:avLst/>
            <a:gdLst/>
            <a:ahLst/>
            <a:cxnLst/>
            <a:rect l="l" t="t" r="r" b="b"/>
            <a:pathLst>
              <a:path w="673695" h="561412">
                <a:moveTo>
                  <a:pt x="74853" y="0"/>
                </a:moveTo>
                <a:lnTo>
                  <a:pt x="598841" y="0"/>
                </a:lnTo>
                <a:cubicBezTo>
                  <a:pt x="640154" y="0"/>
                  <a:pt x="673695" y="33541"/>
                  <a:pt x="673695" y="74853"/>
                </a:cubicBezTo>
                <a:lnTo>
                  <a:pt x="673695" y="486559"/>
                </a:lnTo>
                <a:cubicBezTo>
                  <a:pt x="673695" y="527899"/>
                  <a:pt x="640182" y="561412"/>
                  <a:pt x="598841" y="561412"/>
                </a:cubicBezTo>
                <a:lnTo>
                  <a:pt x="74853" y="561412"/>
                </a:lnTo>
                <a:cubicBezTo>
                  <a:pt x="33541" y="561412"/>
                  <a:pt x="0" y="527872"/>
                  <a:pt x="0" y="486559"/>
                </a:cubicBezTo>
                <a:lnTo>
                  <a:pt x="0" y="74853"/>
                </a:lnTo>
                <a:cubicBezTo>
                  <a:pt x="0" y="33541"/>
                  <a:pt x="33541" y="0"/>
                  <a:pt x="7485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6" name="Text 14"/>
          <p:cNvSpPr/>
          <p:nvPr/>
        </p:nvSpPr>
        <p:spPr>
          <a:xfrm>
            <a:off x="1728243" y="2956268"/>
            <a:ext cx="561412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56314" y="3255656"/>
            <a:ext cx="505271" cy="14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响应时间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38761" y="2020743"/>
            <a:ext cx="3518183" cy="1590668"/>
          </a:xfrm>
          <a:custGeom>
            <a:avLst/>
            <a:gdLst/>
            <a:ahLst/>
            <a:cxnLst/>
            <a:rect l="l" t="t" r="r" b="b"/>
            <a:pathLst>
              <a:path w="3518183" h="1590668">
                <a:moveTo>
                  <a:pt x="74857" y="0"/>
                </a:moveTo>
                <a:lnTo>
                  <a:pt x="3443326" y="0"/>
                </a:lnTo>
                <a:cubicBezTo>
                  <a:pt x="3484668" y="0"/>
                  <a:pt x="3518183" y="33515"/>
                  <a:pt x="3518183" y="74857"/>
                </a:cubicBezTo>
                <a:lnTo>
                  <a:pt x="3518183" y="1515811"/>
                </a:lnTo>
                <a:cubicBezTo>
                  <a:pt x="3518183" y="1557153"/>
                  <a:pt x="3484668" y="1590668"/>
                  <a:pt x="3443326" y="1590668"/>
                </a:cubicBezTo>
                <a:lnTo>
                  <a:pt x="74857" y="1590668"/>
                </a:lnTo>
                <a:cubicBezTo>
                  <a:pt x="33515" y="1590668"/>
                  <a:pt x="0" y="1557153"/>
                  <a:pt x="0" y="1515811"/>
                </a:cubicBezTo>
                <a:lnTo>
                  <a:pt x="0" y="74857"/>
                </a:lnTo>
                <a:cubicBezTo>
                  <a:pt x="0" y="33542"/>
                  <a:pt x="33542" y="0"/>
                  <a:pt x="748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488454" y="2207881"/>
            <a:ext cx="233922" cy="187137"/>
          </a:xfrm>
          <a:custGeom>
            <a:avLst/>
            <a:gdLst/>
            <a:ahLst/>
            <a:cxnLst/>
            <a:rect l="l" t="t" r="r" b="b"/>
            <a:pathLst>
              <a:path w="233922" h="187137">
                <a:moveTo>
                  <a:pt x="152013" y="76938"/>
                </a:moveTo>
                <a:cubicBezTo>
                  <a:pt x="156472" y="75732"/>
                  <a:pt x="161150" y="77852"/>
                  <a:pt x="163160" y="81982"/>
                </a:cubicBezTo>
                <a:lnTo>
                  <a:pt x="169959" y="95725"/>
                </a:lnTo>
                <a:cubicBezTo>
                  <a:pt x="173723" y="96237"/>
                  <a:pt x="177415" y="97260"/>
                  <a:pt x="180887" y="98686"/>
                </a:cubicBezTo>
                <a:lnTo>
                  <a:pt x="193680" y="90170"/>
                </a:lnTo>
                <a:cubicBezTo>
                  <a:pt x="197518" y="87611"/>
                  <a:pt x="202598" y="88123"/>
                  <a:pt x="205851" y="91376"/>
                </a:cubicBezTo>
                <a:lnTo>
                  <a:pt x="212869" y="98393"/>
                </a:lnTo>
                <a:cubicBezTo>
                  <a:pt x="216122" y="101646"/>
                  <a:pt x="216633" y="106763"/>
                  <a:pt x="214075" y="110565"/>
                </a:cubicBezTo>
                <a:lnTo>
                  <a:pt x="205559" y="123321"/>
                </a:lnTo>
                <a:cubicBezTo>
                  <a:pt x="206253" y="125038"/>
                  <a:pt x="206875" y="126829"/>
                  <a:pt x="207386" y="128693"/>
                </a:cubicBezTo>
                <a:cubicBezTo>
                  <a:pt x="207898" y="130558"/>
                  <a:pt x="208227" y="132385"/>
                  <a:pt x="208483" y="134249"/>
                </a:cubicBezTo>
                <a:lnTo>
                  <a:pt x="222262" y="141047"/>
                </a:lnTo>
                <a:cubicBezTo>
                  <a:pt x="226392" y="143094"/>
                  <a:pt x="228512" y="147773"/>
                  <a:pt x="227306" y="152195"/>
                </a:cubicBezTo>
                <a:lnTo>
                  <a:pt x="224748" y="161771"/>
                </a:lnTo>
                <a:cubicBezTo>
                  <a:pt x="223541" y="166194"/>
                  <a:pt x="219411" y="169191"/>
                  <a:pt x="214806" y="168899"/>
                </a:cubicBezTo>
                <a:lnTo>
                  <a:pt x="199455" y="167912"/>
                </a:lnTo>
                <a:cubicBezTo>
                  <a:pt x="197152" y="170873"/>
                  <a:pt x="194484" y="173614"/>
                  <a:pt x="191450" y="175953"/>
                </a:cubicBezTo>
                <a:lnTo>
                  <a:pt x="192437" y="191268"/>
                </a:lnTo>
                <a:cubicBezTo>
                  <a:pt x="192730" y="195873"/>
                  <a:pt x="189732" y="200040"/>
                  <a:pt x="185310" y="201209"/>
                </a:cubicBezTo>
                <a:lnTo>
                  <a:pt x="175734" y="203768"/>
                </a:lnTo>
                <a:cubicBezTo>
                  <a:pt x="171275" y="204974"/>
                  <a:pt x="166633" y="202854"/>
                  <a:pt x="164586" y="198724"/>
                </a:cubicBezTo>
                <a:lnTo>
                  <a:pt x="157788" y="184981"/>
                </a:lnTo>
                <a:cubicBezTo>
                  <a:pt x="154023" y="184469"/>
                  <a:pt x="150331" y="183446"/>
                  <a:pt x="146859" y="182020"/>
                </a:cubicBezTo>
                <a:lnTo>
                  <a:pt x="134066" y="190537"/>
                </a:lnTo>
                <a:cubicBezTo>
                  <a:pt x="130229" y="193095"/>
                  <a:pt x="125148" y="192583"/>
                  <a:pt x="121895" y="189330"/>
                </a:cubicBezTo>
                <a:lnTo>
                  <a:pt x="114877" y="182313"/>
                </a:lnTo>
                <a:cubicBezTo>
                  <a:pt x="111625" y="179060"/>
                  <a:pt x="111113" y="173979"/>
                  <a:pt x="113671" y="170142"/>
                </a:cubicBezTo>
                <a:lnTo>
                  <a:pt x="122188" y="157349"/>
                </a:lnTo>
                <a:cubicBezTo>
                  <a:pt x="121493" y="155631"/>
                  <a:pt x="120872" y="153840"/>
                  <a:pt x="120360" y="151976"/>
                </a:cubicBezTo>
                <a:cubicBezTo>
                  <a:pt x="119848" y="150112"/>
                  <a:pt x="119519" y="148248"/>
                  <a:pt x="119264" y="146420"/>
                </a:cubicBezTo>
                <a:lnTo>
                  <a:pt x="105484" y="139622"/>
                </a:lnTo>
                <a:cubicBezTo>
                  <a:pt x="101354" y="137575"/>
                  <a:pt x="99271" y="132897"/>
                  <a:pt x="100440" y="128474"/>
                </a:cubicBezTo>
                <a:lnTo>
                  <a:pt x="102999" y="118898"/>
                </a:lnTo>
                <a:cubicBezTo>
                  <a:pt x="104205" y="114475"/>
                  <a:pt x="108335" y="111478"/>
                  <a:pt x="112940" y="111771"/>
                </a:cubicBezTo>
                <a:lnTo>
                  <a:pt x="128255" y="112758"/>
                </a:lnTo>
                <a:cubicBezTo>
                  <a:pt x="130558" y="109797"/>
                  <a:pt x="133226" y="107056"/>
                  <a:pt x="136259" y="104717"/>
                </a:cubicBezTo>
                <a:lnTo>
                  <a:pt x="135273" y="89439"/>
                </a:lnTo>
                <a:cubicBezTo>
                  <a:pt x="134980" y="84833"/>
                  <a:pt x="137977" y="80666"/>
                  <a:pt x="142400" y="79497"/>
                </a:cubicBezTo>
                <a:lnTo>
                  <a:pt x="151976" y="76938"/>
                </a:lnTo>
                <a:close/>
                <a:moveTo>
                  <a:pt x="163891" y="124271"/>
                </a:moveTo>
                <a:cubicBezTo>
                  <a:pt x="155015" y="124281"/>
                  <a:pt x="147817" y="131495"/>
                  <a:pt x="147828" y="140371"/>
                </a:cubicBezTo>
                <a:cubicBezTo>
                  <a:pt x="147838" y="149247"/>
                  <a:pt x="155052" y="156445"/>
                  <a:pt x="163928" y="156435"/>
                </a:cubicBezTo>
                <a:cubicBezTo>
                  <a:pt x="172804" y="156425"/>
                  <a:pt x="180002" y="149211"/>
                  <a:pt x="179992" y="140335"/>
                </a:cubicBezTo>
                <a:cubicBezTo>
                  <a:pt x="179982" y="131459"/>
                  <a:pt x="172767" y="124261"/>
                  <a:pt x="163891" y="124271"/>
                </a:cubicBezTo>
                <a:close/>
                <a:moveTo>
                  <a:pt x="82202" y="-16630"/>
                </a:moveTo>
                <a:lnTo>
                  <a:pt x="91778" y="-14072"/>
                </a:lnTo>
                <a:cubicBezTo>
                  <a:pt x="96200" y="-12866"/>
                  <a:pt x="99197" y="-8699"/>
                  <a:pt x="98905" y="-4130"/>
                </a:cubicBezTo>
                <a:lnTo>
                  <a:pt x="97918" y="11148"/>
                </a:lnTo>
                <a:cubicBezTo>
                  <a:pt x="100952" y="13487"/>
                  <a:pt x="103620" y="16192"/>
                  <a:pt x="105923" y="19189"/>
                </a:cubicBezTo>
                <a:lnTo>
                  <a:pt x="121274" y="18202"/>
                </a:lnTo>
                <a:cubicBezTo>
                  <a:pt x="125843" y="17910"/>
                  <a:pt x="130009" y="20907"/>
                  <a:pt x="131215" y="25329"/>
                </a:cubicBezTo>
                <a:lnTo>
                  <a:pt x="133774" y="34906"/>
                </a:lnTo>
                <a:cubicBezTo>
                  <a:pt x="134944" y="39328"/>
                  <a:pt x="132860" y="44007"/>
                  <a:pt x="128730" y="46053"/>
                </a:cubicBezTo>
                <a:lnTo>
                  <a:pt x="114951" y="52852"/>
                </a:lnTo>
                <a:cubicBezTo>
                  <a:pt x="114695" y="54716"/>
                  <a:pt x="114329" y="56580"/>
                  <a:pt x="113854" y="58407"/>
                </a:cubicBezTo>
                <a:cubicBezTo>
                  <a:pt x="113379" y="60235"/>
                  <a:pt x="112721" y="62062"/>
                  <a:pt x="112027" y="63780"/>
                </a:cubicBezTo>
                <a:lnTo>
                  <a:pt x="120543" y="76573"/>
                </a:lnTo>
                <a:cubicBezTo>
                  <a:pt x="123101" y="80411"/>
                  <a:pt x="122590" y="85491"/>
                  <a:pt x="119337" y="88744"/>
                </a:cubicBezTo>
                <a:lnTo>
                  <a:pt x="112319" y="95762"/>
                </a:lnTo>
                <a:cubicBezTo>
                  <a:pt x="109066" y="99015"/>
                  <a:pt x="103986" y="99526"/>
                  <a:pt x="100148" y="96968"/>
                </a:cubicBezTo>
                <a:lnTo>
                  <a:pt x="87355" y="88452"/>
                </a:lnTo>
                <a:cubicBezTo>
                  <a:pt x="83883" y="89877"/>
                  <a:pt x="80191" y="90901"/>
                  <a:pt x="76427" y="91412"/>
                </a:cubicBezTo>
                <a:lnTo>
                  <a:pt x="69628" y="105155"/>
                </a:lnTo>
                <a:cubicBezTo>
                  <a:pt x="67581" y="109285"/>
                  <a:pt x="62903" y="111369"/>
                  <a:pt x="58480" y="110199"/>
                </a:cubicBezTo>
                <a:lnTo>
                  <a:pt x="48904" y="107641"/>
                </a:lnTo>
                <a:cubicBezTo>
                  <a:pt x="44445" y="106434"/>
                  <a:pt x="41485" y="102268"/>
                  <a:pt x="41777" y="97699"/>
                </a:cubicBezTo>
                <a:lnTo>
                  <a:pt x="42764" y="82384"/>
                </a:lnTo>
                <a:cubicBezTo>
                  <a:pt x="39730" y="80045"/>
                  <a:pt x="37062" y="77340"/>
                  <a:pt x="34759" y="74343"/>
                </a:cubicBezTo>
                <a:lnTo>
                  <a:pt x="19408" y="75330"/>
                </a:lnTo>
                <a:cubicBezTo>
                  <a:pt x="14839" y="75623"/>
                  <a:pt x="10673" y="72625"/>
                  <a:pt x="9467" y="68203"/>
                </a:cubicBezTo>
                <a:lnTo>
                  <a:pt x="6908" y="58627"/>
                </a:lnTo>
                <a:cubicBezTo>
                  <a:pt x="5738" y="54204"/>
                  <a:pt x="7822" y="49526"/>
                  <a:pt x="11952" y="47479"/>
                </a:cubicBezTo>
                <a:lnTo>
                  <a:pt x="25731" y="40680"/>
                </a:lnTo>
                <a:cubicBezTo>
                  <a:pt x="25987" y="38816"/>
                  <a:pt x="26353" y="36989"/>
                  <a:pt x="26828" y="35125"/>
                </a:cubicBezTo>
                <a:cubicBezTo>
                  <a:pt x="27340" y="33261"/>
                  <a:pt x="27924" y="31470"/>
                  <a:pt x="28655" y="29752"/>
                </a:cubicBezTo>
                <a:lnTo>
                  <a:pt x="20139" y="16996"/>
                </a:lnTo>
                <a:cubicBezTo>
                  <a:pt x="17581" y="13158"/>
                  <a:pt x="18092" y="8078"/>
                  <a:pt x="21345" y="4825"/>
                </a:cubicBezTo>
                <a:lnTo>
                  <a:pt x="28363" y="-2193"/>
                </a:lnTo>
                <a:cubicBezTo>
                  <a:pt x="31616" y="-5446"/>
                  <a:pt x="36696" y="-5958"/>
                  <a:pt x="40534" y="-3399"/>
                </a:cubicBezTo>
                <a:lnTo>
                  <a:pt x="53327" y="5117"/>
                </a:lnTo>
                <a:cubicBezTo>
                  <a:pt x="56799" y="3692"/>
                  <a:pt x="60491" y="2668"/>
                  <a:pt x="64255" y="2156"/>
                </a:cubicBezTo>
                <a:lnTo>
                  <a:pt x="71054" y="-11586"/>
                </a:lnTo>
                <a:cubicBezTo>
                  <a:pt x="73101" y="-15717"/>
                  <a:pt x="77742" y="-17800"/>
                  <a:pt x="82202" y="-16630"/>
                </a:cubicBezTo>
                <a:close/>
                <a:moveTo>
                  <a:pt x="70323" y="30702"/>
                </a:moveTo>
                <a:cubicBezTo>
                  <a:pt x="61447" y="30702"/>
                  <a:pt x="54241" y="37908"/>
                  <a:pt x="54241" y="46784"/>
                </a:cubicBezTo>
                <a:cubicBezTo>
                  <a:pt x="54241" y="55660"/>
                  <a:pt x="61447" y="62866"/>
                  <a:pt x="70323" y="62866"/>
                </a:cubicBezTo>
                <a:cubicBezTo>
                  <a:pt x="79199" y="62866"/>
                  <a:pt x="86405" y="55660"/>
                  <a:pt x="86405" y="46784"/>
                </a:cubicBezTo>
                <a:cubicBezTo>
                  <a:pt x="86405" y="37908"/>
                  <a:pt x="79199" y="30702"/>
                  <a:pt x="70323" y="30702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0" name="Text 18"/>
          <p:cNvSpPr/>
          <p:nvPr/>
        </p:nvSpPr>
        <p:spPr>
          <a:xfrm>
            <a:off x="4797182" y="2170437"/>
            <a:ext cx="75790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技术对接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8454" y="2544712"/>
            <a:ext cx="3293618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完成多终端适配及各接口无缝对接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8454" y="2900143"/>
            <a:ext cx="776620" cy="561412"/>
          </a:xfrm>
          <a:custGeom>
            <a:avLst/>
            <a:gdLst/>
            <a:ahLst/>
            <a:cxnLst/>
            <a:rect l="l" t="t" r="r" b="b"/>
            <a:pathLst>
              <a:path w="776620" h="561412">
                <a:moveTo>
                  <a:pt x="74853" y="0"/>
                </a:moveTo>
                <a:lnTo>
                  <a:pt x="701767" y="0"/>
                </a:lnTo>
                <a:cubicBezTo>
                  <a:pt x="743080" y="0"/>
                  <a:pt x="776620" y="33541"/>
                  <a:pt x="776620" y="74853"/>
                </a:cubicBezTo>
                <a:lnTo>
                  <a:pt x="776620" y="486559"/>
                </a:lnTo>
                <a:cubicBezTo>
                  <a:pt x="776620" y="527899"/>
                  <a:pt x="743107" y="561412"/>
                  <a:pt x="701767" y="561412"/>
                </a:cubicBezTo>
                <a:lnTo>
                  <a:pt x="74853" y="561412"/>
                </a:lnTo>
                <a:cubicBezTo>
                  <a:pt x="33541" y="561412"/>
                  <a:pt x="0" y="527872"/>
                  <a:pt x="0" y="486559"/>
                </a:cubicBezTo>
                <a:lnTo>
                  <a:pt x="0" y="74853"/>
                </a:lnTo>
                <a:cubicBezTo>
                  <a:pt x="0" y="33541"/>
                  <a:pt x="33541" y="0"/>
                  <a:pt x="7485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3" name="Text 21"/>
          <p:cNvSpPr/>
          <p:nvPr/>
        </p:nvSpPr>
        <p:spPr>
          <a:xfrm>
            <a:off x="4544563" y="2956268"/>
            <a:ext cx="664338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634" y="3255656"/>
            <a:ext cx="608196" cy="14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适配率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79144" y="2900143"/>
            <a:ext cx="673695" cy="561412"/>
          </a:xfrm>
          <a:custGeom>
            <a:avLst/>
            <a:gdLst/>
            <a:ahLst/>
            <a:cxnLst/>
            <a:rect l="l" t="t" r="r" b="b"/>
            <a:pathLst>
              <a:path w="673695" h="561412">
                <a:moveTo>
                  <a:pt x="74853" y="0"/>
                </a:moveTo>
                <a:lnTo>
                  <a:pt x="598841" y="0"/>
                </a:lnTo>
                <a:cubicBezTo>
                  <a:pt x="640154" y="0"/>
                  <a:pt x="673695" y="33541"/>
                  <a:pt x="673695" y="74853"/>
                </a:cubicBezTo>
                <a:lnTo>
                  <a:pt x="673695" y="486559"/>
                </a:lnTo>
                <a:cubicBezTo>
                  <a:pt x="673695" y="527899"/>
                  <a:pt x="640182" y="561412"/>
                  <a:pt x="598841" y="561412"/>
                </a:cubicBezTo>
                <a:lnTo>
                  <a:pt x="74853" y="561412"/>
                </a:lnTo>
                <a:cubicBezTo>
                  <a:pt x="33541" y="561412"/>
                  <a:pt x="0" y="527872"/>
                  <a:pt x="0" y="486559"/>
                </a:cubicBezTo>
                <a:lnTo>
                  <a:pt x="0" y="74853"/>
                </a:lnTo>
                <a:cubicBezTo>
                  <a:pt x="0" y="33541"/>
                  <a:pt x="33541" y="0"/>
                  <a:pt x="7485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6" name="Text 24"/>
          <p:cNvSpPr/>
          <p:nvPr/>
        </p:nvSpPr>
        <p:spPr>
          <a:xfrm>
            <a:off x="5435253" y="2956268"/>
            <a:ext cx="561412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99%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3323" y="3255656"/>
            <a:ext cx="505271" cy="14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稳定运行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78747" y="2020743"/>
            <a:ext cx="3518183" cy="1590668"/>
          </a:xfrm>
          <a:custGeom>
            <a:avLst/>
            <a:gdLst/>
            <a:ahLst/>
            <a:cxnLst/>
            <a:rect l="l" t="t" r="r" b="b"/>
            <a:pathLst>
              <a:path w="3518183" h="1590668">
                <a:moveTo>
                  <a:pt x="74857" y="0"/>
                </a:moveTo>
                <a:lnTo>
                  <a:pt x="3443326" y="0"/>
                </a:lnTo>
                <a:cubicBezTo>
                  <a:pt x="3484668" y="0"/>
                  <a:pt x="3518183" y="33515"/>
                  <a:pt x="3518183" y="74857"/>
                </a:cubicBezTo>
                <a:lnTo>
                  <a:pt x="3518183" y="1515811"/>
                </a:lnTo>
                <a:cubicBezTo>
                  <a:pt x="3518183" y="1557153"/>
                  <a:pt x="3484668" y="1590668"/>
                  <a:pt x="3443326" y="1590668"/>
                </a:cubicBezTo>
                <a:lnTo>
                  <a:pt x="74857" y="1590668"/>
                </a:lnTo>
                <a:cubicBezTo>
                  <a:pt x="33515" y="1590668"/>
                  <a:pt x="0" y="1557153"/>
                  <a:pt x="0" y="1515811"/>
                </a:cubicBezTo>
                <a:lnTo>
                  <a:pt x="0" y="74857"/>
                </a:lnTo>
                <a:cubicBezTo>
                  <a:pt x="0" y="33542"/>
                  <a:pt x="33542" y="0"/>
                  <a:pt x="748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8228440" y="2207881"/>
            <a:ext cx="233922" cy="187137"/>
          </a:xfrm>
          <a:custGeom>
            <a:avLst/>
            <a:gdLst/>
            <a:ahLst/>
            <a:cxnLst/>
            <a:rect l="l" t="t" r="r" b="b"/>
            <a:pathLst>
              <a:path w="233922" h="187137">
                <a:moveTo>
                  <a:pt x="116961" y="5848"/>
                </a:moveTo>
                <a:cubicBezTo>
                  <a:pt x="137940" y="5848"/>
                  <a:pt x="154973" y="22881"/>
                  <a:pt x="154973" y="43860"/>
                </a:cubicBezTo>
                <a:cubicBezTo>
                  <a:pt x="154973" y="64840"/>
                  <a:pt x="137940" y="81873"/>
                  <a:pt x="116961" y="81873"/>
                </a:cubicBezTo>
                <a:cubicBezTo>
                  <a:pt x="95981" y="81873"/>
                  <a:pt x="78949" y="64840"/>
                  <a:pt x="78949" y="43860"/>
                </a:cubicBezTo>
                <a:cubicBezTo>
                  <a:pt x="78949" y="22881"/>
                  <a:pt x="95981" y="5848"/>
                  <a:pt x="116961" y="5848"/>
                </a:cubicBezTo>
                <a:close/>
                <a:moveTo>
                  <a:pt x="35088" y="32164"/>
                </a:moveTo>
                <a:cubicBezTo>
                  <a:pt x="49613" y="32164"/>
                  <a:pt x="61404" y="43956"/>
                  <a:pt x="61404" y="58480"/>
                </a:cubicBezTo>
                <a:cubicBezTo>
                  <a:pt x="61404" y="73005"/>
                  <a:pt x="49613" y="84797"/>
                  <a:pt x="35088" y="84797"/>
                </a:cubicBezTo>
                <a:cubicBezTo>
                  <a:pt x="20564" y="84797"/>
                  <a:pt x="8772" y="73005"/>
                  <a:pt x="8772" y="58480"/>
                </a:cubicBezTo>
                <a:cubicBezTo>
                  <a:pt x="8772" y="43956"/>
                  <a:pt x="20564" y="32164"/>
                  <a:pt x="35088" y="32164"/>
                </a:cubicBezTo>
                <a:close/>
                <a:moveTo>
                  <a:pt x="0" y="152049"/>
                </a:moveTo>
                <a:cubicBezTo>
                  <a:pt x="0" y="126208"/>
                  <a:pt x="20943" y="105265"/>
                  <a:pt x="46784" y="105265"/>
                </a:cubicBezTo>
                <a:cubicBezTo>
                  <a:pt x="51463" y="105265"/>
                  <a:pt x="55995" y="105959"/>
                  <a:pt x="60271" y="107238"/>
                </a:cubicBezTo>
                <a:cubicBezTo>
                  <a:pt x="48246" y="120689"/>
                  <a:pt x="40936" y="138452"/>
                  <a:pt x="40936" y="157897"/>
                </a:cubicBezTo>
                <a:lnTo>
                  <a:pt x="40936" y="163745"/>
                </a:lnTo>
                <a:cubicBezTo>
                  <a:pt x="40936" y="167912"/>
                  <a:pt x="41814" y="171859"/>
                  <a:pt x="43385" y="175441"/>
                </a:cubicBezTo>
                <a:lnTo>
                  <a:pt x="11696" y="175441"/>
                </a:lnTo>
                <a:cubicBezTo>
                  <a:pt x="5227" y="175441"/>
                  <a:pt x="0" y="170215"/>
                  <a:pt x="0" y="163745"/>
                </a:cubicBezTo>
                <a:lnTo>
                  <a:pt x="0" y="152049"/>
                </a:lnTo>
                <a:close/>
                <a:moveTo>
                  <a:pt x="190537" y="175441"/>
                </a:moveTo>
                <a:cubicBezTo>
                  <a:pt x="192108" y="171859"/>
                  <a:pt x="192985" y="167912"/>
                  <a:pt x="192985" y="163745"/>
                </a:cubicBezTo>
                <a:lnTo>
                  <a:pt x="192985" y="157897"/>
                </a:lnTo>
                <a:cubicBezTo>
                  <a:pt x="192985" y="138452"/>
                  <a:pt x="185675" y="120689"/>
                  <a:pt x="173650" y="107238"/>
                </a:cubicBezTo>
                <a:cubicBezTo>
                  <a:pt x="177927" y="105959"/>
                  <a:pt x="182459" y="105265"/>
                  <a:pt x="187137" y="105265"/>
                </a:cubicBezTo>
                <a:cubicBezTo>
                  <a:pt x="212978" y="105265"/>
                  <a:pt x="233922" y="126208"/>
                  <a:pt x="233922" y="152049"/>
                </a:cubicBezTo>
                <a:lnTo>
                  <a:pt x="233922" y="163745"/>
                </a:lnTo>
                <a:cubicBezTo>
                  <a:pt x="233922" y="170215"/>
                  <a:pt x="228695" y="175441"/>
                  <a:pt x="222226" y="175441"/>
                </a:cubicBezTo>
                <a:lnTo>
                  <a:pt x="190537" y="175441"/>
                </a:lnTo>
                <a:close/>
                <a:moveTo>
                  <a:pt x="172517" y="58480"/>
                </a:moveTo>
                <a:cubicBezTo>
                  <a:pt x="172517" y="43956"/>
                  <a:pt x="184309" y="32164"/>
                  <a:pt x="198833" y="32164"/>
                </a:cubicBezTo>
                <a:cubicBezTo>
                  <a:pt x="213358" y="32164"/>
                  <a:pt x="225150" y="43956"/>
                  <a:pt x="225150" y="58480"/>
                </a:cubicBezTo>
                <a:cubicBezTo>
                  <a:pt x="225150" y="73005"/>
                  <a:pt x="213358" y="84797"/>
                  <a:pt x="198833" y="84797"/>
                </a:cubicBezTo>
                <a:cubicBezTo>
                  <a:pt x="184309" y="84797"/>
                  <a:pt x="172517" y="73005"/>
                  <a:pt x="172517" y="58480"/>
                </a:cubicBezTo>
                <a:close/>
                <a:moveTo>
                  <a:pt x="58480" y="157897"/>
                </a:moveTo>
                <a:cubicBezTo>
                  <a:pt x="58480" y="125587"/>
                  <a:pt x="84650" y="99417"/>
                  <a:pt x="116961" y="99417"/>
                </a:cubicBezTo>
                <a:cubicBezTo>
                  <a:pt x="149271" y="99417"/>
                  <a:pt x="175441" y="125587"/>
                  <a:pt x="175441" y="157897"/>
                </a:cubicBezTo>
                <a:lnTo>
                  <a:pt x="175441" y="163745"/>
                </a:lnTo>
                <a:cubicBezTo>
                  <a:pt x="175441" y="170215"/>
                  <a:pt x="170215" y="175441"/>
                  <a:pt x="163745" y="175441"/>
                </a:cubicBezTo>
                <a:lnTo>
                  <a:pt x="70177" y="175441"/>
                </a:lnTo>
                <a:cubicBezTo>
                  <a:pt x="63707" y="175441"/>
                  <a:pt x="58480" y="170215"/>
                  <a:pt x="58480" y="163745"/>
                </a:cubicBezTo>
                <a:lnTo>
                  <a:pt x="58480" y="157897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30" name="Text 28"/>
          <p:cNvSpPr/>
          <p:nvPr/>
        </p:nvSpPr>
        <p:spPr>
          <a:xfrm>
            <a:off x="8537168" y="2170437"/>
            <a:ext cx="75790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用户覆盖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8440" y="2544712"/>
            <a:ext cx="3293618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助力种植户降低病害经济损失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8440" y="2900143"/>
            <a:ext cx="945044" cy="561412"/>
          </a:xfrm>
          <a:custGeom>
            <a:avLst/>
            <a:gdLst/>
            <a:ahLst/>
            <a:cxnLst/>
            <a:rect l="l" t="t" r="r" b="b"/>
            <a:pathLst>
              <a:path w="945044" h="561412">
                <a:moveTo>
                  <a:pt x="74853" y="0"/>
                </a:moveTo>
                <a:lnTo>
                  <a:pt x="870191" y="0"/>
                </a:lnTo>
                <a:cubicBezTo>
                  <a:pt x="911503" y="0"/>
                  <a:pt x="945044" y="33541"/>
                  <a:pt x="945044" y="74853"/>
                </a:cubicBezTo>
                <a:lnTo>
                  <a:pt x="945044" y="486559"/>
                </a:lnTo>
                <a:cubicBezTo>
                  <a:pt x="945044" y="527899"/>
                  <a:pt x="911531" y="561412"/>
                  <a:pt x="870191" y="561412"/>
                </a:cubicBezTo>
                <a:lnTo>
                  <a:pt x="74853" y="561412"/>
                </a:lnTo>
                <a:cubicBezTo>
                  <a:pt x="33541" y="561412"/>
                  <a:pt x="0" y="527872"/>
                  <a:pt x="0" y="486559"/>
                </a:cubicBezTo>
                <a:lnTo>
                  <a:pt x="0" y="74853"/>
                </a:lnTo>
                <a:cubicBezTo>
                  <a:pt x="0" y="33541"/>
                  <a:pt x="33541" y="0"/>
                  <a:pt x="7485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3" name="Text 31"/>
          <p:cNvSpPr/>
          <p:nvPr/>
        </p:nvSpPr>
        <p:spPr>
          <a:xfrm>
            <a:off x="8284549" y="2956268"/>
            <a:ext cx="832761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2000+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12620" y="3255656"/>
            <a:ext cx="776620" cy="14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种植户/合作社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82469" y="2900143"/>
            <a:ext cx="673695" cy="561412"/>
          </a:xfrm>
          <a:custGeom>
            <a:avLst/>
            <a:gdLst/>
            <a:ahLst/>
            <a:cxnLst/>
            <a:rect l="l" t="t" r="r" b="b"/>
            <a:pathLst>
              <a:path w="673695" h="561412">
                <a:moveTo>
                  <a:pt x="74853" y="0"/>
                </a:moveTo>
                <a:lnTo>
                  <a:pt x="598841" y="0"/>
                </a:lnTo>
                <a:cubicBezTo>
                  <a:pt x="640154" y="0"/>
                  <a:pt x="673695" y="33541"/>
                  <a:pt x="673695" y="74853"/>
                </a:cubicBezTo>
                <a:lnTo>
                  <a:pt x="673695" y="486559"/>
                </a:lnTo>
                <a:cubicBezTo>
                  <a:pt x="673695" y="527899"/>
                  <a:pt x="640182" y="561412"/>
                  <a:pt x="598841" y="561412"/>
                </a:cubicBezTo>
                <a:lnTo>
                  <a:pt x="74853" y="561412"/>
                </a:lnTo>
                <a:cubicBezTo>
                  <a:pt x="33541" y="561412"/>
                  <a:pt x="0" y="527872"/>
                  <a:pt x="0" y="486559"/>
                </a:cubicBezTo>
                <a:lnTo>
                  <a:pt x="0" y="74853"/>
                </a:lnTo>
                <a:cubicBezTo>
                  <a:pt x="0" y="33541"/>
                  <a:pt x="33541" y="0"/>
                  <a:pt x="7485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6" name="Text 34"/>
          <p:cNvSpPr/>
          <p:nvPr/>
        </p:nvSpPr>
        <p:spPr>
          <a:xfrm>
            <a:off x="9338578" y="2956268"/>
            <a:ext cx="561412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66648" y="3255656"/>
            <a:ext cx="505271" cy="14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重点区域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2469" y="4022723"/>
            <a:ext cx="5613601" cy="2835131"/>
          </a:xfrm>
          <a:custGeom>
            <a:avLst/>
            <a:gdLst/>
            <a:ahLst/>
            <a:cxnLst/>
            <a:rect l="l" t="t" r="r" b="b"/>
            <a:pathLst>
              <a:path w="5613601" h="2835131">
                <a:moveTo>
                  <a:pt x="36388" y="0"/>
                </a:moveTo>
                <a:lnTo>
                  <a:pt x="5501330" y="0"/>
                </a:lnTo>
                <a:cubicBezTo>
                  <a:pt x="5563336" y="0"/>
                  <a:pt x="5613601" y="50266"/>
                  <a:pt x="5613601" y="112271"/>
                </a:cubicBezTo>
                <a:lnTo>
                  <a:pt x="5613601" y="2722860"/>
                </a:lnTo>
                <a:cubicBezTo>
                  <a:pt x="5613601" y="2784866"/>
                  <a:pt x="5563336" y="2835131"/>
                  <a:pt x="5501330" y="2835131"/>
                </a:cubicBezTo>
                <a:lnTo>
                  <a:pt x="36388" y="2835131"/>
                </a:lnTo>
                <a:cubicBezTo>
                  <a:pt x="16291" y="2835131"/>
                  <a:pt x="0" y="2818840"/>
                  <a:pt x="0" y="2798743"/>
                </a:cubicBezTo>
                <a:lnTo>
                  <a:pt x="0" y="36388"/>
                </a:lnTo>
                <a:cubicBezTo>
                  <a:pt x="0" y="16305"/>
                  <a:pt x="16305" y="0"/>
                  <a:pt x="3638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6141" dist="374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2469" y="4022723"/>
            <a:ext cx="36388" cy="2835131"/>
          </a:xfrm>
          <a:custGeom>
            <a:avLst/>
            <a:gdLst/>
            <a:ahLst/>
            <a:cxnLst/>
            <a:rect l="l" t="t" r="r" b="b"/>
            <a:pathLst>
              <a:path w="36388" h="2835131">
                <a:moveTo>
                  <a:pt x="36388" y="0"/>
                </a:moveTo>
                <a:lnTo>
                  <a:pt x="36388" y="0"/>
                </a:lnTo>
                <a:lnTo>
                  <a:pt x="36388" y="2835131"/>
                </a:lnTo>
                <a:lnTo>
                  <a:pt x="36388" y="2835131"/>
                </a:lnTo>
                <a:cubicBezTo>
                  <a:pt x="16291" y="2835131"/>
                  <a:pt x="0" y="2818840"/>
                  <a:pt x="0" y="2798743"/>
                </a:cubicBezTo>
                <a:lnTo>
                  <a:pt x="0" y="36388"/>
                </a:lnTo>
                <a:cubicBezTo>
                  <a:pt x="0" y="16291"/>
                  <a:pt x="16291" y="0"/>
                  <a:pt x="36388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0" name="Shape 38"/>
          <p:cNvSpPr/>
          <p:nvPr/>
        </p:nvSpPr>
        <p:spPr>
          <a:xfrm>
            <a:off x="635163" y="4247223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74856" y="0"/>
                </a:moveTo>
                <a:lnTo>
                  <a:pt x="374273" y="0"/>
                </a:lnTo>
                <a:cubicBezTo>
                  <a:pt x="415615" y="0"/>
                  <a:pt x="449130" y="33514"/>
                  <a:pt x="449130" y="74856"/>
                </a:cubicBezTo>
                <a:lnTo>
                  <a:pt x="449130" y="374273"/>
                </a:lnTo>
                <a:cubicBezTo>
                  <a:pt x="449130" y="415615"/>
                  <a:pt x="415615" y="449130"/>
                  <a:pt x="374273" y="449130"/>
                </a:cubicBezTo>
                <a:lnTo>
                  <a:pt x="74856" y="449130"/>
                </a:lnTo>
                <a:cubicBezTo>
                  <a:pt x="33514" y="449130"/>
                  <a:pt x="0" y="415615"/>
                  <a:pt x="0" y="374273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775532" y="4359474"/>
            <a:ext cx="168424" cy="224565"/>
          </a:xfrm>
          <a:custGeom>
            <a:avLst/>
            <a:gdLst/>
            <a:ahLst/>
            <a:cxnLst/>
            <a:rect l="l" t="t" r="r" b="b"/>
            <a:pathLst>
              <a:path w="168424" h="224565">
                <a:moveTo>
                  <a:pt x="128467" y="168424"/>
                </a:moveTo>
                <a:cubicBezTo>
                  <a:pt x="131669" y="158643"/>
                  <a:pt x="138072" y="149783"/>
                  <a:pt x="145309" y="142151"/>
                </a:cubicBezTo>
                <a:cubicBezTo>
                  <a:pt x="159652" y="127063"/>
                  <a:pt x="168424" y="106668"/>
                  <a:pt x="168424" y="84212"/>
                </a:cubicBezTo>
                <a:cubicBezTo>
                  <a:pt x="168424" y="37720"/>
                  <a:pt x="130704" y="0"/>
                  <a:pt x="84212" y="0"/>
                </a:cubicBezTo>
                <a:cubicBezTo>
                  <a:pt x="37720" y="0"/>
                  <a:pt x="0" y="37720"/>
                  <a:pt x="0" y="84212"/>
                </a:cubicBezTo>
                <a:cubicBezTo>
                  <a:pt x="0" y="106668"/>
                  <a:pt x="8772" y="127063"/>
                  <a:pt x="23114" y="142151"/>
                </a:cubicBezTo>
                <a:cubicBezTo>
                  <a:pt x="30351" y="149783"/>
                  <a:pt x="36799" y="158643"/>
                  <a:pt x="39957" y="168424"/>
                </a:cubicBezTo>
                <a:lnTo>
                  <a:pt x="128423" y="168424"/>
                </a:lnTo>
                <a:close/>
                <a:moveTo>
                  <a:pt x="126318" y="189477"/>
                </a:moveTo>
                <a:lnTo>
                  <a:pt x="42106" y="189477"/>
                </a:lnTo>
                <a:lnTo>
                  <a:pt x="42106" y="196494"/>
                </a:lnTo>
                <a:cubicBezTo>
                  <a:pt x="42106" y="215881"/>
                  <a:pt x="57808" y="231583"/>
                  <a:pt x="77194" y="231583"/>
                </a:cubicBezTo>
                <a:lnTo>
                  <a:pt x="91229" y="231583"/>
                </a:lnTo>
                <a:cubicBezTo>
                  <a:pt x="110616" y="231583"/>
                  <a:pt x="126318" y="215881"/>
                  <a:pt x="126318" y="196494"/>
                </a:cubicBezTo>
                <a:lnTo>
                  <a:pt x="126318" y="189477"/>
                </a:lnTo>
                <a:close/>
                <a:moveTo>
                  <a:pt x="80703" y="49124"/>
                </a:moveTo>
                <a:cubicBezTo>
                  <a:pt x="63247" y="49124"/>
                  <a:pt x="49124" y="63247"/>
                  <a:pt x="49124" y="80703"/>
                </a:cubicBezTo>
                <a:cubicBezTo>
                  <a:pt x="49124" y="86536"/>
                  <a:pt x="44431" y="91229"/>
                  <a:pt x="38597" y="91229"/>
                </a:cubicBezTo>
                <a:cubicBezTo>
                  <a:pt x="32764" y="91229"/>
                  <a:pt x="28071" y="86536"/>
                  <a:pt x="28071" y="80703"/>
                </a:cubicBezTo>
                <a:cubicBezTo>
                  <a:pt x="28071" y="51624"/>
                  <a:pt x="51624" y="28071"/>
                  <a:pt x="80703" y="28071"/>
                </a:cubicBezTo>
                <a:cubicBezTo>
                  <a:pt x="86536" y="28071"/>
                  <a:pt x="91229" y="32764"/>
                  <a:pt x="91229" y="38597"/>
                </a:cubicBezTo>
                <a:cubicBezTo>
                  <a:pt x="91229" y="44431"/>
                  <a:pt x="86536" y="49124"/>
                  <a:pt x="80703" y="49124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2" name="Text 40"/>
          <p:cNvSpPr/>
          <p:nvPr/>
        </p:nvSpPr>
        <p:spPr>
          <a:xfrm>
            <a:off x="1196493" y="4322030"/>
            <a:ext cx="1010542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项目愿景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163" y="4845999"/>
            <a:ext cx="5146278" cy="907616"/>
          </a:xfrm>
          <a:custGeom>
            <a:avLst/>
            <a:gdLst/>
            <a:ahLst/>
            <a:cxnLst/>
            <a:rect l="l" t="t" r="r" b="b"/>
            <a:pathLst>
              <a:path w="5146278" h="907616">
                <a:moveTo>
                  <a:pt x="74851" y="0"/>
                </a:moveTo>
                <a:lnTo>
                  <a:pt x="5071427" y="0"/>
                </a:lnTo>
                <a:cubicBezTo>
                  <a:pt x="5112766" y="0"/>
                  <a:pt x="5146278" y="33512"/>
                  <a:pt x="5146278" y="74851"/>
                </a:cubicBezTo>
                <a:lnTo>
                  <a:pt x="5146278" y="832765"/>
                </a:lnTo>
                <a:cubicBezTo>
                  <a:pt x="5146278" y="874104"/>
                  <a:pt x="5112766" y="907616"/>
                  <a:pt x="5071427" y="907616"/>
                </a:cubicBezTo>
                <a:lnTo>
                  <a:pt x="74851" y="907616"/>
                </a:lnTo>
                <a:cubicBezTo>
                  <a:pt x="33512" y="907616"/>
                  <a:pt x="0" y="874104"/>
                  <a:pt x="0" y="832765"/>
                </a:cubicBezTo>
                <a:lnTo>
                  <a:pt x="0" y="74851"/>
                </a:lnTo>
                <a:cubicBezTo>
                  <a:pt x="0" y="33540"/>
                  <a:pt x="33540" y="0"/>
                  <a:pt x="74851" y="0"/>
                </a:cubicBezTo>
                <a:close/>
              </a:path>
            </a:pathLst>
          </a:custGeom>
          <a:gradFill flip="none" rotWithShape="1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4" name="Text 42"/>
          <p:cNvSpPr/>
          <p:nvPr/>
        </p:nvSpPr>
        <p:spPr>
          <a:xfrm>
            <a:off x="784856" y="4995691"/>
            <a:ext cx="4940427" cy="6081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5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"科技赋能农业，精准防控病害，让每一块马铃薯都健康生长。"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163" y="5903275"/>
            <a:ext cx="5221133" cy="7298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依托前端后端核心程序的技术优势，构建智能化、便捷化、精准化的马铃薯病害防控生态系统，打破传统人工识别的局限性，推动农业数字化、智能化转型。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8266" y="4022723"/>
            <a:ext cx="5613601" cy="2835131"/>
          </a:xfrm>
          <a:custGeom>
            <a:avLst/>
            <a:gdLst/>
            <a:ahLst/>
            <a:cxnLst/>
            <a:rect l="l" t="t" r="r" b="b"/>
            <a:pathLst>
              <a:path w="5613601" h="2835131">
                <a:moveTo>
                  <a:pt x="36388" y="0"/>
                </a:moveTo>
                <a:lnTo>
                  <a:pt x="5501330" y="0"/>
                </a:lnTo>
                <a:cubicBezTo>
                  <a:pt x="5563336" y="0"/>
                  <a:pt x="5613601" y="50266"/>
                  <a:pt x="5613601" y="112271"/>
                </a:cubicBezTo>
                <a:lnTo>
                  <a:pt x="5613601" y="2722860"/>
                </a:lnTo>
                <a:cubicBezTo>
                  <a:pt x="5613601" y="2784866"/>
                  <a:pt x="5563336" y="2835131"/>
                  <a:pt x="5501330" y="2835131"/>
                </a:cubicBezTo>
                <a:lnTo>
                  <a:pt x="36388" y="2835131"/>
                </a:lnTo>
                <a:cubicBezTo>
                  <a:pt x="16291" y="2835131"/>
                  <a:pt x="0" y="2818840"/>
                  <a:pt x="0" y="2798743"/>
                </a:cubicBezTo>
                <a:lnTo>
                  <a:pt x="0" y="36388"/>
                </a:lnTo>
                <a:cubicBezTo>
                  <a:pt x="0" y="16305"/>
                  <a:pt x="16305" y="0"/>
                  <a:pt x="3638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6141" dist="374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08266" y="4022723"/>
            <a:ext cx="36388" cy="2835131"/>
          </a:xfrm>
          <a:custGeom>
            <a:avLst/>
            <a:gdLst/>
            <a:ahLst/>
            <a:cxnLst/>
            <a:rect l="l" t="t" r="r" b="b"/>
            <a:pathLst>
              <a:path w="36388" h="2835131">
                <a:moveTo>
                  <a:pt x="36388" y="0"/>
                </a:moveTo>
                <a:lnTo>
                  <a:pt x="36388" y="0"/>
                </a:lnTo>
                <a:lnTo>
                  <a:pt x="36388" y="2835131"/>
                </a:lnTo>
                <a:lnTo>
                  <a:pt x="36388" y="2835131"/>
                </a:lnTo>
                <a:cubicBezTo>
                  <a:pt x="16291" y="2835131"/>
                  <a:pt x="0" y="2818840"/>
                  <a:pt x="0" y="2798743"/>
                </a:cubicBezTo>
                <a:lnTo>
                  <a:pt x="0" y="36388"/>
                </a:lnTo>
                <a:cubicBezTo>
                  <a:pt x="0" y="16291"/>
                  <a:pt x="16291" y="0"/>
                  <a:pt x="36388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8" name="Shape 46"/>
          <p:cNvSpPr/>
          <p:nvPr/>
        </p:nvSpPr>
        <p:spPr>
          <a:xfrm>
            <a:off x="6450960" y="4247223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74856" y="0"/>
                </a:moveTo>
                <a:lnTo>
                  <a:pt x="374273" y="0"/>
                </a:lnTo>
                <a:cubicBezTo>
                  <a:pt x="415615" y="0"/>
                  <a:pt x="449130" y="33514"/>
                  <a:pt x="449130" y="74856"/>
                </a:cubicBezTo>
                <a:lnTo>
                  <a:pt x="449130" y="374273"/>
                </a:lnTo>
                <a:cubicBezTo>
                  <a:pt x="449130" y="415615"/>
                  <a:pt x="415615" y="449130"/>
                  <a:pt x="374273" y="449130"/>
                </a:cubicBezTo>
                <a:lnTo>
                  <a:pt x="74856" y="449130"/>
                </a:lnTo>
                <a:cubicBezTo>
                  <a:pt x="33514" y="449130"/>
                  <a:pt x="0" y="415615"/>
                  <a:pt x="0" y="374273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563259" y="4359474"/>
            <a:ext cx="224565" cy="224565"/>
          </a:xfrm>
          <a:custGeom>
            <a:avLst/>
            <a:gdLst/>
            <a:ahLst/>
            <a:cxnLst/>
            <a:rect l="l" t="t" r="r" b="b"/>
            <a:pathLst>
              <a:path w="224565" h="224565">
                <a:moveTo>
                  <a:pt x="56141" y="140353"/>
                </a:moveTo>
                <a:lnTo>
                  <a:pt x="10746" y="140353"/>
                </a:lnTo>
                <a:cubicBezTo>
                  <a:pt x="-175" y="140353"/>
                  <a:pt x="-6886" y="128467"/>
                  <a:pt x="-1272" y="119081"/>
                </a:cubicBezTo>
                <a:lnTo>
                  <a:pt x="21930" y="80396"/>
                </a:lnTo>
                <a:cubicBezTo>
                  <a:pt x="25746" y="74036"/>
                  <a:pt x="32588" y="70177"/>
                  <a:pt x="40001" y="70177"/>
                </a:cubicBezTo>
                <a:lnTo>
                  <a:pt x="81668" y="70177"/>
                </a:lnTo>
                <a:cubicBezTo>
                  <a:pt x="115046" y="13641"/>
                  <a:pt x="164827" y="10790"/>
                  <a:pt x="198117" y="15658"/>
                </a:cubicBezTo>
                <a:cubicBezTo>
                  <a:pt x="203731" y="16491"/>
                  <a:pt x="208117" y="20878"/>
                  <a:pt x="208907" y="26448"/>
                </a:cubicBezTo>
                <a:cubicBezTo>
                  <a:pt x="213775" y="59738"/>
                  <a:pt x="210924" y="109519"/>
                  <a:pt x="154388" y="142897"/>
                </a:cubicBezTo>
                <a:lnTo>
                  <a:pt x="154388" y="184564"/>
                </a:lnTo>
                <a:cubicBezTo>
                  <a:pt x="154388" y="191977"/>
                  <a:pt x="150529" y="198819"/>
                  <a:pt x="144169" y="202635"/>
                </a:cubicBezTo>
                <a:lnTo>
                  <a:pt x="105484" y="225837"/>
                </a:lnTo>
                <a:cubicBezTo>
                  <a:pt x="96142" y="231451"/>
                  <a:pt x="84212" y="224696"/>
                  <a:pt x="84212" y="213819"/>
                </a:cubicBezTo>
                <a:lnTo>
                  <a:pt x="84212" y="168424"/>
                </a:lnTo>
                <a:cubicBezTo>
                  <a:pt x="84212" y="152941"/>
                  <a:pt x="71624" y="140353"/>
                  <a:pt x="56141" y="140353"/>
                </a:cubicBezTo>
                <a:lnTo>
                  <a:pt x="56097" y="140353"/>
                </a:lnTo>
                <a:close/>
                <a:moveTo>
                  <a:pt x="175441" y="70177"/>
                </a:moveTo>
                <a:cubicBezTo>
                  <a:pt x="175441" y="58557"/>
                  <a:pt x="166008" y="49124"/>
                  <a:pt x="154388" y="49124"/>
                </a:cubicBezTo>
                <a:cubicBezTo>
                  <a:pt x="142769" y="49124"/>
                  <a:pt x="133335" y="58557"/>
                  <a:pt x="133335" y="70177"/>
                </a:cubicBezTo>
                <a:cubicBezTo>
                  <a:pt x="133335" y="81796"/>
                  <a:pt x="142769" y="91229"/>
                  <a:pt x="154388" y="91229"/>
                </a:cubicBezTo>
                <a:cubicBezTo>
                  <a:pt x="166008" y="91229"/>
                  <a:pt x="175441" y="81796"/>
                  <a:pt x="175441" y="70177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0" name="Text 48"/>
          <p:cNvSpPr/>
          <p:nvPr/>
        </p:nvSpPr>
        <p:spPr>
          <a:xfrm>
            <a:off x="7012291" y="4322030"/>
            <a:ext cx="1010542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实施方向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50960" y="4845999"/>
            <a:ext cx="299420" cy="299420"/>
          </a:xfrm>
          <a:custGeom>
            <a:avLst/>
            <a:gdLst/>
            <a:ahLst/>
            <a:cxnLst/>
            <a:rect l="l" t="t" r="r" b="b"/>
            <a:pathLst>
              <a:path w="299420" h="299420">
                <a:moveTo>
                  <a:pt x="74855" y="0"/>
                </a:moveTo>
                <a:lnTo>
                  <a:pt x="224565" y="0"/>
                </a:lnTo>
                <a:cubicBezTo>
                  <a:pt x="265878" y="0"/>
                  <a:pt x="299420" y="33541"/>
                  <a:pt x="299420" y="74855"/>
                </a:cubicBezTo>
                <a:lnTo>
                  <a:pt x="299420" y="224565"/>
                </a:lnTo>
                <a:cubicBezTo>
                  <a:pt x="299420" y="265878"/>
                  <a:pt x="265878" y="299420"/>
                  <a:pt x="224565" y="299420"/>
                </a:cubicBezTo>
                <a:lnTo>
                  <a:pt x="74855" y="299420"/>
                </a:lnTo>
                <a:cubicBezTo>
                  <a:pt x="33541" y="299420"/>
                  <a:pt x="0" y="265878"/>
                  <a:pt x="0" y="22456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52" name="Text 50"/>
          <p:cNvSpPr/>
          <p:nvPr/>
        </p:nvSpPr>
        <p:spPr>
          <a:xfrm>
            <a:off x="6418211" y="4845999"/>
            <a:ext cx="364918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62597" y="4845999"/>
            <a:ext cx="2245649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产品化阶段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62597" y="5107861"/>
            <a:ext cx="2236292" cy="187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完成核心程序开发，实现3类叶片识别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50960" y="5407247"/>
            <a:ext cx="299420" cy="299420"/>
          </a:xfrm>
          <a:custGeom>
            <a:avLst/>
            <a:gdLst/>
            <a:ahLst/>
            <a:cxnLst/>
            <a:rect l="l" t="t" r="r" b="b"/>
            <a:pathLst>
              <a:path w="299420" h="299420">
                <a:moveTo>
                  <a:pt x="74855" y="0"/>
                </a:moveTo>
                <a:lnTo>
                  <a:pt x="224565" y="0"/>
                </a:lnTo>
                <a:cubicBezTo>
                  <a:pt x="265878" y="0"/>
                  <a:pt x="299420" y="33541"/>
                  <a:pt x="299420" y="74855"/>
                </a:cubicBezTo>
                <a:lnTo>
                  <a:pt x="299420" y="224565"/>
                </a:lnTo>
                <a:cubicBezTo>
                  <a:pt x="299420" y="265878"/>
                  <a:pt x="265878" y="299420"/>
                  <a:pt x="224565" y="299420"/>
                </a:cubicBezTo>
                <a:lnTo>
                  <a:pt x="74855" y="299420"/>
                </a:lnTo>
                <a:cubicBezTo>
                  <a:pt x="33541" y="299420"/>
                  <a:pt x="0" y="265878"/>
                  <a:pt x="0" y="22456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56" name="Text 54"/>
          <p:cNvSpPr/>
          <p:nvPr/>
        </p:nvSpPr>
        <p:spPr>
          <a:xfrm>
            <a:off x="6418211" y="5407247"/>
            <a:ext cx="364918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62597" y="5407247"/>
            <a:ext cx="2067868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商业化阶段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62597" y="5669111"/>
            <a:ext cx="2058511" cy="187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覆盖2000+用户，服务5+重点区域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50960" y="5968497"/>
            <a:ext cx="299420" cy="299420"/>
          </a:xfrm>
          <a:custGeom>
            <a:avLst/>
            <a:gdLst/>
            <a:ahLst/>
            <a:cxnLst/>
            <a:rect l="l" t="t" r="r" b="b"/>
            <a:pathLst>
              <a:path w="299420" h="299420">
                <a:moveTo>
                  <a:pt x="74855" y="0"/>
                </a:moveTo>
                <a:lnTo>
                  <a:pt x="224565" y="0"/>
                </a:lnTo>
                <a:cubicBezTo>
                  <a:pt x="265878" y="0"/>
                  <a:pt x="299420" y="33541"/>
                  <a:pt x="299420" y="74855"/>
                </a:cubicBezTo>
                <a:lnTo>
                  <a:pt x="299420" y="224565"/>
                </a:lnTo>
                <a:cubicBezTo>
                  <a:pt x="299420" y="265878"/>
                  <a:pt x="265878" y="299420"/>
                  <a:pt x="224565" y="299420"/>
                </a:cubicBezTo>
                <a:lnTo>
                  <a:pt x="74855" y="299420"/>
                </a:lnTo>
                <a:cubicBezTo>
                  <a:pt x="33541" y="299420"/>
                  <a:pt x="0" y="265878"/>
                  <a:pt x="0" y="22456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60" name="Text 58"/>
          <p:cNvSpPr/>
          <p:nvPr/>
        </p:nvSpPr>
        <p:spPr>
          <a:xfrm>
            <a:off x="6418211" y="5968497"/>
            <a:ext cx="364918" cy="29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62597" y="5968497"/>
            <a:ext cx="2067868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生态化阶段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62597" y="6230361"/>
            <a:ext cx="2058511" cy="187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拓展5+病害识别，构建防控案例库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3.saiwa.ai/17e98b81e3f13efa49a125bb250a64164439ccd2.jpg"/>
          <p:cNvPicPr>
            <a:picLocks noChangeAspect="1"/>
          </p:cNvPicPr>
          <p:nvPr/>
        </p:nvPicPr>
        <p:blipFill>
          <a:blip r:embed="rId1"/>
          <a:srcRect t="2239" b="223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C6BC0">
                  <a:alpha val="90000"/>
                </a:srgbClr>
              </a:gs>
              <a:gs pos="50000">
                <a:srgbClr val="5C6BC0">
                  <a:alpha val="80000"/>
                </a:srgbClr>
              </a:gs>
              <a:gs pos="100000">
                <a:srgbClr val="3949AB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28708" y="1974124"/>
            <a:ext cx="1533525" cy="533400"/>
          </a:xfrm>
          <a:custGeom>
            <a:avLst/>
            <a:gdLst/>
            <a:ahLst/>
            <a:cxnLst/>
            <a:rect l="l" t="t" r="r" b="b"/>
            <a:pathLst>
              <a:path w="1533525" h="533400">
                <a:moveTo>
                  <a:pt x="266700" y="0"/>
                </a:moveTo>
                <a:lnTo>
                  <a:pt x="1266825" y="0"/>
                </a:lnTo>
                <a:cubicBezTo>
                  <a:pt x="1414021" y="0"/>
                  <a:pt x="1533525" y="119504"/>
                  <a:pt x="1533525" y="266700"/>
                </a:cubicBezTo>
                <a:lnTo>
                  <a:pt x="1533525" y="266700"/>
                </a:lnTo>
                <a:cubicBezTo>
                  <a:pt x="1533525" y="413896"/>
                  <a:pt x="1414021" y="533400"/>
                  <a:pt x="12668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" name="Text 2"/>
          <p:cNvSpPr/>
          <p:nvPr/>
        </p:nvSpPr>
        <p:spPr>
          <a:xfrm>
            <a:off x="5271558" y="1974124"/>
            <a:ext cx="1647825" cy="533400"/>
          </a:xfrm>
          <a:prstGeom prst="rect">
            <a:avLst/>
          </a:prstGeom>
          <a:noFill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PART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38633" y="2812189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947" y="3955110"/>
            <a:ext cx="4876800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病害识别、智能服务与数据支撑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构建"识别-分析-建议"一体化服务体系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99076"/>
            <a:ext cx="72571" cy="290286"/>
          </a:xfrm>
          <a:custGeom>
            <a:avLst/>
            <a:gdLst/>
            <a:ahLst/>
            <a:cxnLst/>
            <a:rect l="l" t="t" r="r" b="b"/>
            <a:pathLst>
              <a:path w="72571" h="290286">
                <a:moveTo>
                  <a:pt x="36286" y="0"/>
                </a:moveTo>
                <a:lnTo>
                  <a:pt x="36286" y="0"/>
                </a:lnTo>
                <a:cubicBezTo>
                  <a:pt x="56312" y="0"/>
                  <a:pt x="72571" y="16259"/>
                  <a:pt x="72571" y="36286"/>
                </a:cubicBezTo>
                <a:lnTo>
                  <a:pt x="72571" y="254000"/>
                </a:lnTo>
                <a:cubicBezTo>
                  <a:pt x="72571" y="274040"/>
                  <a:pt x="56326" y="290286"/>
                  <a:pt x="36286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" name="Text 1"/>
          <p:cNvSpPr/>
          <p:nvPr/>
        </p:nvSpPr>
        <p:spPr>
          <a:xfrm>
            <a:off x="544207" y="362857"/>
            <a:ext cx="2122714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病害识别功能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857" y="1033448"/>
            <a:ext cx="7620000" cy="2521353"/>
          </a:xfrm>
          <a:custGeom>
            <a:avLst/>
            <a:gdLst/>
            <a:ahLst/>
            <a:cxnLst/>
            <a:rect l="l" t="t" r="r" b="b"/>
            <a:pathLst>
              <a:path w="7620000" h="2521353">
                <a:moveTo>
                  <a:pt x="35278" y="0"/>
                </a:moveTo>
                <a:lnTo>
                  <a:pt x="7584722" y="0"/>
                </a:lnTo>
                <a:cubicBezTo>
                  <a:pt x="7604206" y="0"/>
                  <a:pt x="7620000" y="15794"/>
                  <a:pt x="7620000" y="35278"/>
                </a:cubicBezTo>
                <a:lnTo>
                  <a:pt x="7620000" y="2412506"/>
                </a:lnTo>
                <a:cubicBezTo>
                  <a:pt x="7620000" y="2472621"/>
                  <a:pt x="7571268" y="2521353"/>
                  <a:pt x="7511153" y="2521353"/>
                </a:cubicBezTo>
                <a:lnTo>
                  <a:pt x="108847" y="2521353"/>
                </a:lnTo>
                <a:cubicBezTo>
                  <a:pt x="48732" y="2521353"/>
                  <a:pt x="0" y="2472621"/>
                  <a:pt x="0" y="2412506"/>
                </a:cubicBez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2857" y="1033448"/>
            <a:ext cx="7620000" cy="35278"/>
          </a:xfrm>
          <a:custGeom>
            <a:avLst/>
            <a:gdLst/>
            <a:ahLst/>
            <a:cxnLst/>
            <a:rect l="l" t="t" r="r" b="b"/>
            <a:pathLst>
              <a:path w="7620000" h="35278">
                <a:moveTo>
                  <a:pt x="35278" y="0"/>
                </a:moveTo>
                <a:lnTo>
                  <a:pt x="7584722" y="0"/>
                </a:lnTo>
                <a:cubicBezTo>
                  <a:pt x="7604206" y="0"/>
                  <a:pt x="7620000" y="15794"/>
                  <a:pt x="7620000" y="35278"/>
                </a:cubicBezTo>
                <a:lnTo>
                  <a:pt x="7620000" y="35278"/>
                </a:lnTo>
                <a:lnTo>
                  <a:pt x="0" y="35278"/>
                </a:ln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6" name="Shape 4"/>
          <p:cNvSpPr/>
          <p:nvPr/>
        </p:nvSpPr>
        <p:spPr>
          <a:xfrm>
            <a:off x="580508" y="1268738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89381" y="1377564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200408" y="2849"/>
                </a:moveTo>
                <a:cubicBezTo>
                  <a:pt x="203129" y="255"/>
                  <a:pt x="207084" y="-680"/>
                  <a:pt x="210741" y="510"/>
                </a:cubicBezTo>
                <a:cubicBezTo>
                  <a:pt x="214908" y="1914"/>
                  <a:pt x="217714" y="5826"/>
                  <a:pt x="217714" y="10205"/>
                </a:cubicBezTo>
                <a:lnTo>
                  <a:pt x="217714" y="89680"/>
                </a:lnTo>
                <a:cubicBezTo>
                  <a:pt x="217714" y="145469"/>
                  <a:pt x="171748" y="190500"/>
                  <a:pt x="116171" y="190500"/>
                </a:cubicBezTo>
                <a:cubicBezTo>
                  <a:pt x="83429" y="190500"/>
                  <a:pt x="55194" y="169451"/>
                  <a:pt x="44946" y="140026"/>
                </a:cubicBezTo>
                <a:cubicBezTo>
                  <a:pt x="29893" y="153123"/>
                  <a:pt x="20411" y="172385"/>
                  <a:pt x="20411" y="193902"/>
                </a:cubicBezTo>
                <a:cubicBezTo>
                  <a:pt x="20411" y="199557"/>
                  <a:pt x="15861" y="204107"/>
                  <a:pt x="10205" y="204107"/>
                </a:cubicBezTo>
                <a:cubicBezTo>
                  <a:pt x="4550" y="204107"/>
                  <a:pt x="0" y="199557"/>
                  <a:pt x="0" y="193902"/>
                </a:cubicBezTo>
                <a:cubicBezTo>
                  <a:pt x="0" y="162053"/>
                  <a:pt x="16244" y="133988"/>
                  <a:pt x="40864" y="117489"/>
                </a:cubicBezTo>
                <a:cubicBezTo>
                  <a:pt x="55874" y="107454"/>
                  <a:pt x="73776" y="102054"/>
                  <a:pt x="91848" y="102054"/>
                </a:cubicBezTo>
                <a:lnTo>
                  <a:pt x="125866" y="102054"/>
                </a:lnTo>
                <a:cubicBezTo>
                  <a:pt x="131522" y="102054"/>
                  <a:pt x="136071" y="97504"/>
                  <a:pt x="136071" y="91848"/>
                </a:cubicBezTo>
                <a:cubicBezTo>
                  <a:pt x="136071" y="86193"/>
                  <a:pt x="131522" y="81643"/>
                  <a:pt x="125866" y="81643"/>
                </a:cubicBezTo>
                <a:lnTo>
                  <a:pt x="91848" y="81643"/>
                </a:lnTo>
                <a:cubicBezTo>
                  <a:pt x="74967" y="81643"/>
                  <a:pt x="58978" y="85385"/>
                  <a:pt x="44648" y="92061"/>
                </a:cubicBezTo>
                <a:cubicBezTo>
                  <a:pt x="54556" y="62295"/>
                  <a:pt x="82578" y="40821"/>
                  <a:pt x="115661" y="40821"/>
                </a:cubicBezTo>
                <a:cubicBezTo>
                  <a:pt x="143896" y="40821"/>
                  <a:pt x="164902" y="31424"/>
                  <a:pt x="178891" y="22112"/>
                </a:cubicBezTo>
                <a:cubicBezTo>
                  <a:pt x="187056" y="16669"/>
                  <a:pt x="193987" y="10163"/>
                  <a:pt x="200450" y="2849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8" name="Text 6"/>
          <p:cNvSpPr/>
          <p:nvPr/>
        </p:nvSpPr>
        <p:spPr>
          <a:xfrm>
            <a:off x="1124715" y="1341265"/>
            <a:ext cx="1415143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三类叶片识别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508" y="1849247"/>
            <a:ext cx="2295071" cy="1487714"/>
          </a:xfrm>
          <a:custGeom>
            <a:avLst/>
            <a:gdLst/>
            <a:ahLst/>
            <a:cxnLst/>
            <a:rect l="l" t="t" r="r" b="b"/>
            <a:pathLst>
              <a:path w="2295071" h="1487714">
                <a:moveTo>
                  <a:pt x="72571" y="0"/>
                </a:moveTo>
                <a:lnTo>
                  <a:pt x="2222501" y="0"/>
                </a:lnTo>
                <a:cubicBezTo>
                  <a:pt x="2262580" y="0"/>
                  <a:pt x="2295071" y="32491"/>
                  <a:pt x="2295071" y="72571"/>
                </a:cubicBezTo>
                <a:lnTo>
                  <a:pt x="2295071" y="1415144"/>
                </a:lnTo>
                <a:cubicBezTo>
                  <a:pt x="2295071" y="1455223"/>
                  <a:pt x="2262580" y="1487714"/>
                  <a:pt x="2222501" y="1487714"/>
                </a:cubicBezTo>
                <a:lnTo>
                  <a:pt x="72571" y="1487714"/>
                </a:lnTo>
                <a:cubicBezTo>
                  <a:pt x="32491" y="1487714"/>
                  <a:pt x="0" y="1455223"/>
                  <a:pt x="0" y="141514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439302" y="1994372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290286" y="0"/>
                </a:moveTo>
                <a:lnTo>
                  <a:pt x="290286" y="0"/>
                </a:lnTo>
                <a:cubicBezTo>
                  <a:pt x="450499" y="0"/>
                  <a:pt x="580571" y="130073"/>
                  <a:pt x="580571" y="290286"/>
                </a:cubicBezTo>
                <a:lnTo>
                  <a:pt x="580571" y="290286"/>
                </a:lnTo>
                <a:cubicBezTo>
                  <a:pt x="580571" y="450499"/>
                  <a:pt x="450499" y="580571"/>
                  <a:pt x="290286" y="580571"/>
                </a:cubicBezTo>
                <a:lnTo>
                  <a:pt x="290286" y="580571"/>
                </a:lnTo>
                <a:cubicBezTo>
                  <a:pt x="130073" y="580571"/>
                  <a:pt x="0" y="450499"/>
                  <a:pt x="0" y="290286"/>
                </a:cubicBezTo>
                <a:lnTo>
                  <a:pt x="0" y="290286"/>
                </a:lnTo>
                <a:cubicBezTo>
                  <a:pt x="0" y="130073"/>
                  <a:pt x="130073" y="0"/>
                  <a:pt x="290286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1" name="Shape 9"/>
          <p:cNvSpPr/>
          <p:nvPr/>
        </p:nvSpPr>
        <p:spPr>
          <a:xfrm>
            <a:off x="1595753" y="2148555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136071" y="272143"/>
                </a:moveTo>
                <a:cubicBezTo>
                  <a:pt x="211171" y="272143"/>
                  <a:pt x="272143" y="211171"/>
                  <a:pt x="272143" y="136071"/>
                </a:cubicBezTo>
                <a:cubicBezTo>
                  <a:pt x="272143" y="60972"/>
                  <a:pt x="211171" y="0"/>
                  <a:pt x="136071" y="0"/>
                </a:cubicBezTo>
                <a:cubicBezTo>
                  <a:pt x="60972" y="0"/>
                  <a:pt x="0" y="60972"/>
                  <a:pt x="0" y="136071"/>
                </a:cubicBezTo>
                <a:cubicBezTo>
                  <a:pt x="0" y="211171"/>
                  <a:pt x="60972" y="272143"/>
                  <a:pt x="136071" y="272143"/>
                </a:cubicBezTo>
                <a:close/>
                <a:moveTo>
                  <a:pt x="180932" y="113056"/>
                </a:moveTo>
                <a:lnTo>
                  <a:pt x="138410" y="181092"/>
                </a:lnTo>
                <a:cubicBezTo>
                  <a:pt x="136178" y="184653"/>
                  <a:pt x="132351" y="186886"/>
                  <a:pt x="128152" y="187098"/>
                </a:cubicBezTo>
                <a:cubicBezTo>
                  <a:pt x="123953" y="187311"/>
                  <a:pt x="119913" y="185397"/>
                  <a:pt x="117415" y="181996"/>
                </a:cubicBezTo>
                <a:lnTo>
                  <a:pt x="91901" y="147978"/>
                </a:lnTo>
                <a:cubicBezTo>
                  <a:pt x="87649" y="142343"/>
                  <a:pt x="88818" y="134371"/>
                  <a:pt x="94453" y="130118"/>
                </a:cubicBezTo>
                <a:cubicBezTo>
                  <a:pt x="100087" y="125866"/>
                  <a:pt x="108060" y="127035"/>
                  <a:pt x="112312" y="132670"/>
                </a:cubicBezTo>
                <a:lnTo>
                  <a:pt x="126663" y="151805"/>
                </a:lnTo>
                <a:lnTo>
                  <a:pt x="159299" y="99555"/>
                </a:lnTo>
                <a:cubicBezTo>
                  <a:pt x="163020" y="93602"/>
                  <a:pt x="170887" y="91742"/>
                  <a:pt x="176893" y="95516"/>
                </a:cubicBezTo>
                <a:cubicBezTo>
                  <a:pt x="182899" y="99290"/>
                  <a:pt x="184706" y="107103"/>
                  <a:pt x="180932" y="1131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684814" y="2683708"/>
            <a:ext cx="208642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5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健康叶片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886" y="3010266"/>
            <a:ext cx="20682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正常生长状态识别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23731" y="1849247"/>
            <a:ext cx="2295071" cy="1487714"/>
          </a:xfrm>
          <a:custGeom>
            <a:avLst/>
            <a:gdLst/>
            <a:ahLst/>
            <a:cxnLst/>
            <a:rect l="l" t="t" r="r" b="b"/>
            <a:pathLst>
              <a:path w="2295071" h="1487714">
                <a:moveTo>
                  <a:pt x="72571" y="0"/>
                </a:moveTo>
                <a:lnTo>
                  <a:pt x="2222501" y="0"/>
                </a:lnTo>
                <a:cubicBezTo>
                  <a:pt x="2262580" y="0"/>
                  <a:pt x="2295071" y="32491"/>
                  <a:pt x="2295071" y="72571"/>
                </a:cubicBezTo>
                <a:lnTo>
                  <a:pt x="2295071" y="1415144"/>
                </a:lnTo>
                <a:cubicBezTo>
                  <a:pt x="2295071" y="1455223"/>
                  <a:pt x="2262580" y="1487714"/>
                  <a:pt x="2222501" y="1487714"/>
                </a:cubicBezTo>
                <a:lnTo>
                  <a:pt x="72571" y="1487714"/>
                </a:lnTo>
                <a:cubicBezTo>
                  <a:pt x="32491" y="1487714"/>
                  <a:pt x="0" y="1455223"/>
                  <a:pt x="0" y="141514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882524" y="1994372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290286" y="0"/>
                </a:moveTo>
                <a:lnTo>
                  <a:pt x="290286" y="0"/>
                </a:lnTo>
                <a:cubicBezTo>
                  <a:pt x="450499" y="0"/>
                  <a:pt x="580571" y="130073"/>
                  <a:pt x="580571" y="290286"/>
                </a:cubicBezTo>
                <a:lnTo>
                  <a:pt x="580571" y="290286"/>
                </a:lnTo>
                <a:cubicBezTo>
                  <a:pt x="580571" y="450499"/>
                  <a:pt x="450499" y="580571"/>
                  <a:pt x="290286" y="580571"/>
                </a:cubicBezTo>
                <a:lnTo>
                  <a:pt x="290286" y="580571"/>
                </a:lnTo>
                <a:cubicBezTo>
                  <a:pt x="130073" y="580571"/>
                  <a:pt x="0" y="450499"/>
                  <a:pt x="0" y="290286"/>
                </a:cubicBezTo>
                <a:lnTo>
                  <a:pt x="0" y="290286"/>
                </a:lnTo>
                <a:cubicBezTo>
                  <a:pt x="0" y="130073"/>
                  <a:pt x="130073" y="0"/>
                  <a:pt x="290286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6" name="Shape 14"/>
          <p:cNvSpPr/>
          <p:nvPr/>
        </p:nvSpPr>
        <p:spPr>
          <a:xfrm>
            <a:off x="4038975" y="2148555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136071" y="272143"/>
                </a:moveTo>
                <a:cubicBezTo>
                  <a:pt x="211171" y="272143"/>
                  <a:pt x="272143" y="211171"/>
                  <a:pt x="272143" y="136071"/>
                </a:cubicBezTo>
                <a:cubicBezTo>
                  <a:pt x="272143" y="60972"/>
                  <a:pt x="211171" y="0"/>
                  <a:pt x="136071" y="0"/>
                </a:cubicBezTo>
                <a:cubicBezTo>
                  <a:pt x="60972" y="0"/>
                  <a:pt x="0" y="60972"/>
                  <a:pt x="0" y="136071"/>
                </a:cubicBezTo>
                <a:cubicBezTo>
                  <a:pt x="0" y="211171"/>
                  <a:pt x="60972" y="272143"/>
                  <a:pt x="136071" y="272143"/>
                </a:cubicBezTo>
                <a:close/>
                <a:moveTo>
                  <a:pt x="136071" y="72288"/>
                </a:moveTo>
                <a:cubicBezTo>
                  <a:pt x="143141" y="72288"/>
                  <a:pt x="148828" y="77975"/>
                  <a:pt x="148828" y="85045"/>
                </a:cubicBezTo>
                <a:lnTo>
                  <a:pt x="148828" y="144576"/>
                </a:lnTo>
                <a:cubicBezTo>
                  <a:pt x="148828" y="151645"/>
                  <a:pt x="143141" y="157333"/>
                  <a:pt x="136071" y="157333"/>
                </a:cubicBezTo>
                <a:cubicBezTo>
                  <a:pt x="129002" y="157333"/>
                  <a:pt x="123315" y="151645"/>
                  <a:pt x="123315" y="144576"/>
                </a:cubicBezTo>
                <a:lnTo>
                  <a:pt x="123315" y="85045"/>
                </a:lnTo>
                <a:cubicBezTo>
                  <a:pt x="123315" y="77975"/>
                  <a:pt x="129002" y="72288"/>
                  <a:pt x="136071" y="72288"/>
                </a:cubicBezTo>
                <a:close/>
                <a:moveTo>
                  <a:pt x="121880" y="187098"/>
                </a:moveTo>
                <a:cubicBezTo>
                  <a:pt x="121557" y="181830"/>
                  <a:pt x="124184" y="176818"/>
                  <a:pt x="128700" y="174087"/>
                </a:cubicBezTo>
                <a:cubicBezTo>
                  <a:pt x="133216" y="171355"/>
                  <a:pt x="138874" y="171355"/>
                  <a:pt x="143390" y="174087"/>
                </a:cubicBezTo>
                <a:cubicBezTo>
                  <a:pt x="147906" y="176818"/>
                  <a:pt x="150533" y="181830"/>
                  <a:pt x="150210" y="187098"/>
                </a:cubicBezTo>
                <a:cubicBezTo>
                  <a:pt x="150533" y="192366"/>
                  <a:pt x="147906" y="197378"/>
                  <a:pt x="143390" y="200109"/>
                </a:cubicBezTo>
                <a:cubicBezTo>
                  <a:pt x="138874" y="202841"/>
                  <a:pt x="133216" y="202841"/>
                  <a:pt x="128700" y="200109"/>
                </a:cubicBezTo>
                <a:cubicBezTo>
                  <a:pt x="124184" y="197378"/>
                  <a:pt x="121557" y="192366"/>
                  <a:pt x="121880" y="18709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3128037" y="2683708"/>
            <a:ext cx="208642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早疫病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37108" y="3010266"/>
            <a:ext cx="20682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早期病害精准识别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67032" y="1849247"/>
            <a:ext cx="2295071" cy="1487714"/>
          </a:xfrm>
          <a:custGeom>
            <a:avLst/>
            <a:gdLst/>
            <a:ahLst/>
            <a:cxnLst/>
            <a:rect l="l" t="t" r="r" b="b"/>
            <a:pathLst>
              <a:path w="2295071" h="1487714">
                <a:moveTo>
                  <a:pt x="72571" y="0"/>
                </a:moveTo>
                <a:lnTo>
                  <a:pt x="2222501" y="0"/>
                </a:lnTo>
                <a:cubicBezTo>
                  <a:pt x="2262580" y="0"/>
                  <a:pt x="2295071" y="32491"/>
                  <a:pt x="2295071" y="72571"/>
                </a:cubicBezTo>
                <a:lnTo>
                  <a:pt x="2295071" y="1415144"/>
                </a:lnTo>
                <a:cubicBezTo>
                  <a:pt x="2295071" y="1455223"/>
                  <a:pt x="2262580" y="1487714"/>
                  <a:pt x="2222501" y="1487714"/>
                </a:cubicBezTo>
                <a:lnTo>
                  <a:pt x="72571" y="1487714"/>
                </a:lnTo>
                <a:cubicBezTo>
                  <a:pt x="32491" y="1487714"/>
                  <a:pt x="0" y="1455223"/>
                  <a:pt x="0" y="141514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325825" y="1994372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290286" y="0"/>
                </a:moveTo>
                <a:lnTo>
                  <a:pt x="290286" y="0"/>
                </a:lnTo>
                <a:cubicBezTo>
                  <a:pt x="450499" y="0"/>
                  <a:pt x="580571" y="130073"/>
                  <a:pt x="580571" y="290286"/>
                </a:cubicBezTo>
                <a:lnTo>
                  <a:pt x="580571" y="290286"/>
                </a:lnTo>
                <a:cubicBezTo>
                  <a:pt x="580571" y="450499"/>
                  <a:pt x="450499" y="580571"/>
                  <a:pt x="290286" y="580571"/>
                </a:cubicBezTo>
                <a:lnTo>
                  <a:pt x="290286" y="580571"/>
                </a:lnTo>
                <a:cubicBezTo>
                  <a:pt x="130073" y="580571"/>
                  <a:pt x="0" y="450499"/>
                  <a:pt x="0" y="290286"/>
                </a:cubicBezTo>
                <a:lnTo>
                  <a:pt x="0" y="290286"/>
                </a:lnTo>
                <a:cubicBezTo>
                  <a:pt x="0" y="130073"/>
                  <a:pt x="130073" y="0"/>
                  <a:pt x="290286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1" name="Shape 19"/>
          <p:cNvSpPr/>
          <p:nvPr/>
        </p:nvSpPr>
        <p:spPr>
          <a:xfrm>
            <a:off x="6482276" y="2148555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157333" y="21261"/>
                </a:moveTo>
                <a:cubicBezTo>
                  <a:pt x="157333" y="9514"/>
                  <a:pt x="147818" y="0"/>
                  <a:pt x="136071" y="0"/>
                </a:cubicBezTo>
                <a:cubicBezTo>
                  <a:pt x="124325" y="0"/>
                  <a:pt x="114810" y="9514"/>
                  <a:pt x="114810" y="21261"/>
                </a:cubicBezTo>
                <a:cubicBezTo>
                  <a:pt x="114810" y="44702"/>
                  <a:pt x="86480" y="56395"/>
                  <a:pt x="69896" y="39865"/>
                </a:cubicBezTo>
                <a:cubicBezTo>
                  <a:pt x="61604" y="31573"/>
                  <a:pt x="48157" y="31573"/>
                  <a:pt x="39812" y="39865"/>
                </a:cubicBezTo>
                <a:cubicBezTo>
                  <a:pt x="31467" y="48157"/>
                  <a:pt x="31520" y="61604"/>
                  <a:pt x="39812" y="69949"/>
                </a:cubicBezTo>
                <a:cubicBezTo>
                  <a:pt x="56395" y="86533"/>
                  <a:pt x="44648" y="114863"/>
                  <a:pt x="21208" y="114863"/>
                </a:cubicBezTo>
                <a:cubicBezTo>
                  <a:pt x="9461" y="114863"/>
                  <a:pt x="-53" y="124378"/>
                  <a:pt x="-53" y="136125"/>
                </a:cubicBezTo>
                <a:cubicBezTo>
                  <a:pt x="-53" y="147871"/>
                  <a:pt x="9461" y="157386"/>
                  <a:pt x="21208" y="157386"/>
                </a:cubicBezTo>
                <a:cubicBezTo>
                  <a:pt x="44648" y="157386"/>
                  <a:pt x="56342" y="185716"/>
                  <a:pt x="39812" y="202300"/>
                </a:cubicBezTo>
                <a:cubicBezTo>
                  <a:pt x="31520" y="210592"/>
                  <a:pt x="31520" y="224039"/>
                  <a:pt x="39812" y="232384"/>
                </a:cubicBezTo>
                <a:cubicBezTo>
                  <a:pt x="48103" y="240729"/>
                  <a:pt x="61551" y="240676"/>
                  <a:pt x="69896" y="232384"/>
                </a:cubicBezTo>
                <a:cubicBezTo>
                  <a:pt x="86480" y="215801"/>
                  <a:pt x="114810" y="227548"/>
                  <a:pt x="114810" y="250988"/>
                </a:cubicBezTo>
                <a:cubicBezTo>
                  <a:pt x="114810" y="262735"/>
                  <a:pt x="124325" y="272249"/>
                  <a:pt x="136071" y="272249"/>
                </a:cubicBezTo>
                <a:cubicBezTo>
                  <a:pt x="147818" y="272249"/>
                  <a:pt x="157333" y="262735"/>
                  <a:pt x="157333" y="250988"/>
                </a:cubicBezTo>
                <a:cubicBezTo>
                  <a:pt x="157333" y="227548"/>
                  <a:pt x="185663" y="215854"/>
                  <a:pt x="202247" y="232384"/>
                </a:cubicBezTo>
                <a:cubicBezTo>
                  <a:pt x="210539" y="240676"/>
                  <a:pt x="223986" y="240676"/>
                  <a:pt x="232331" y="232384"/>
                </a:cubicBezTo>
                <a:cubicBezTo>
                  <a:pt x="240676" y="224093"/>
                  <a:pt x="240623" y="210645"/>
                  <a:pt x="232331" y="202300"/>
                </a:cubicBezTo>
                <a:cubicBezTo>
                  <a:pt x="215748" y="185716"/>
                  <a:pt x="227494" y="157386"/>
                  <a:pt x="250935" y="157386"/>
                </a:cubicBezTo>
                <a:cubicBezTo>
                  <a:pt x="262682" y="157386"/>
                  <a:pt x="272196" y="147871"/>
                  <a:pt x="272196" y="136125"/>
                </a:cubicBezTo>
                <a:cubicBezTo>
                  <a:pt x="272196" y="124378"/>
                  <a:pt x="262682" y="114863"/>
                  <a:pt x="250935" y="114863"/>
                </a:cubicBezTo>
                <a:cubicBezTo>
                  <a:pt x="227494" y="114863"/>
                  <a:pt x="215801" y="86533"/>
                  <a:pt x="232331" y="69949"/>
                </a:cubicBezTo>
                <a:cubicBezTo>
                  <a:pt x="240623" y="61657"/>
                  <a:pt x="240623" y="48210"/>
                  <a:pt x="232331" y="39865"/>
                </a:cubicBezTo>
                <a:cubicBezTo>
                  <a:pt x="224039" y="31520"/>
                  <a:pt x="210592" y="31573"/>
                  <a:pt x="202247" y="39865"/>
                </a:cubicBezTo>
                <a:cubicBezTo>
                  <a:pt x="185663" y="56395"/>
                  <a:pt x="157333" y="44702"/>
                  <a:pt x="157333" y="21261"/>
                </a:cubicBezTo>
                <a:close/>
                <a:moveTo>
                  <a:pt x="85045" y="119062"/>
                </a:moveTo>
                <a:cubicBezTo>
                  <a:pt x="85045" y="109675"/>
                  <a:pt x="92666" y="102054"/>
                  <a:pt x="102054" y="102054"/>
                </a:cubicBezTo>
                <a:cubicBezTo>
                  <a:pt x="111441" y="102054"/>
                  <a:pt x="119062" y="109675"/>
                  <a:pt x="119062" y="119062"/>
                </a:cubicBezTo>
                <a:cubicBezTo>
                  <a:pt x="119062" y="128450"/>
                  <a:pt x="111441" y="136071"/>
                  <a:pt x="102054" y="136071"/>
                </a:cubicBezTo>
                <a:cubicBezTo>
                  <a:pt x="92666" y="136071"/>
                  <a:pt x="85045" y="128450"/>
                  <a:pt x="85045" y="119062"/>
                </a:cubicBezTo>
                <a:close/>
                <a:moveTo>
                  <a:pt x="170089" y="136071"/>
                </a:moveTo>
                <a:cubicBezTo>
                  <a:pt x="179477" y="136071"/>
                  <a:pt x="187098" y="143693"/>
                  <a:pt x="187098" y="153080"/>
                </a:cubicBezTo>
                <a:cubicBezTo>
                  <a:pt x="187098" y="162468"/>
                  <a:pt x="179477" y="170089"/>
                  <a:pt x="170089" y="170089"/>
                </a:cubicBezTo>
                <a:cubicBezTo>
                  <a:pt x="160702" y="170089"/>
                  <a:pt x="153080" y="162468"/>
                  <a:pt x="153080" y="153080"/>
                </a:cubicBezTo>
                <a:cubicBezTo>
                  <a:pt x="153080" y="143693"/>
                  <a:pt x="160702" y="136071"/>
                  <a:pt x="170089" y="13607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5571338" y="2683708"/>
            <a:ext cx="208642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5" b="1" dirty="0">
                <a:solidFill>
                  <a:srgbClr val="5C6B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晚疫病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80409" y="3010266"/>
            <a:ext cx="20682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严重病害快速检测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2857" y="3753539"/>
            <a:ext cx="7620000" cy="2104067"/>
          </a:xfrm>
          <a:custGeom>
            <a:avLst/>
            <a:gdLst/>
            <a:ahLst/>
            <a:cxnLst/>
            <a:rect l="l" t="t" r="r" b="b"/>
            <a:pathLst>
              <a:path w="7620000" h="2104067">
                <a:moveTo>
                  <a:pt x="35278" y="0"/>
                </a:moveTo>
                <a:lnTo>
                  <a:pt x="7584722" y="0"/>
                </a:lnTo>
                <a:cubicBezTo>
                  <a:pt x="7604206" y="0"/>
                  <a:pt x="7620000" y="15794"/>
                  <a:pt x="7620000" y="35278"/>
                </a:cubicBezTo>
                <a:lnTo>
                  <a:pt x="7620000" y="1995203"/>
                </a:lnTo>
                <a:cubicBezTo>
                  <a:pt x="7620000" y="2055327"/>
                  <a:pt x="7571260" y="2104067"/>
                  <a:pt x="7511136" y="2104067"/>
                </a:cubicBezTo>
                <a:lnTo>
                  <a:pt x="108864" y="2104067"/>
                </a:lnTo>
                <a:cubicBezTo>
                  <a:pt x="48740" y="2104067"/>
                  <a:pt x="0" y="2055327"/>
                  <a:pt x="0" y="1995203"/>
                </a:cubicBez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2857" y="3753539"/>
            <a:ext cx="7620000" cy="35278"/>
          </a:xfrm>
          <a:custGeom>
            <a:avLst/>
            <a:gdLst/>
            <a:ahLst/>
            <a:cxnLst/>
            <a:rect l="l" t="t" r="r" b="b"/>
            <a:pathLst>
              <a:path w="7620000" h="35278">
                <a:moveTo>
                  <a:pt x="35278" y="0"/>
                </a:moveTo>
                <a:lnTo>
                  <a:pt x="7584722" y="0"/>
                </a:lnTo>
                <a:cubicBezTo>
                  <a:pt x="7604206" y="0"/>
                  <a:pt x="7620000" y="15794"/>
                  <a:pt x="7620000" y="35278"/>
                </a:cubicBezTo>
                <a:lnTo>
                  <a:pt x="7620000" y="35278"/>
                </a:lnTo>
                <a:lnTo>
                  <a:pt x="0" y="35278"/>
                </a:ln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26" name="Shape 24"/>
          <p:cNvSpPr/>
          <p:nvPr/>
        </p:nvSpPr>
        <p:spPr>
          <a:xfrm>
            <a:off x="580508" y="39888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89381" y="4097655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3607" y="13607"/>
                </a:moveTo>
                <a:cubicBezTo>
                  <a:pt x="21134" y="13607"/>
                  <a:pt x="27214" y="19688"/>
                  <a:pt x="27214" y="27214"/>
                </a:cubicBezTo>
                <a:lnTo>
                  <a:pt x="27214" y="170089"/>
                </a:lnTo>
                <a:cubicBezTo>
                  <a:pt x="27214" y="173831"/>
                  <a:pt x="30276" y="176893"/>
                  <a:pt x="34018" y="176893"/>
                </a:cubicBezTo>
                <a:lnTo>
                  <a:pt x="204107" y="176893"/>
                </a:lnTo>
                <a:cubicBezTo>
                  <a:pt x="211634" y="176893"/>
                  <a:pt x="217714" y="182974"/>
                  <a:pt x="217714" y="190500"/>
                </a:cubicBezTo>
                <a:cubicBezTo>
                  <a:pt x="217714" y="198026"/>
                  <a:pt x="211634" y="204107"/>
                  <a:pt x="204107" y="204107"/>
                </a:cubicBezTo>
                <a:lnTo>
                  <a:pt x="34018" y="204107"/>
                </a:lnTo>
                <a:cubicBezTo>
                  <a:pt x="15223" y="204107"/>
                  <a:pt x="0" y="188884"/>
                  <a:pt x="0" y="170089"/>
                </a:cubicBezTo>
                <a:lnTo>
                  <a:pt x="0" y="27214"/>
                </a:lnTo>
                <a:cubicBezTo>
                  <a:pt x="0" y="19688"/>
                  <a:pt x="6081" y="13607"/>
                  <a:pt x="13607" y="13607"/>
                </a:cubicBezTo>
                <a:close/>
                <a:moveTo>
                  <a:pt x="54429" y="40821"/>
                </a:moveTo>
                <a:cubicBezTo>
                  <a:pt x="54429" y="33295"/>
                  <a:pt x="60509" y="27214"/>
                  <a:pt x="68036" y="27214"/>
                </a:cubicBezTo>
                <a:lnTo>
                  <a:pt x="149679" y="27214"/>
                </a:lnTo>
                <a:cubicBezTo>
                  <a:pt x="157205" y="27214"/>
                  <a:pt x="163286" y="33295"/>
                  <a:pt x="163286" y="40821"/>
                </a:cubicBezTo>
                <a:cubicBezTo>
                  <a:pt x="163286" y="48348"/>
                  <a:pt x="157205" y="54429"/>
                  <a:pt x="149679" y="54429"/>
                </a:cubicBezTo>
                <a:lnTo>
                  <a:pt x="68036" y="54429"/>
                </a:lnTo>
                <a:cubicBezTo>
                  <a:pt x="60509" y="54429"/>
                  <a:pt x="54429" y="48348"/>
                  <a:pt x="54429" y="40821"/>
                </a:cubicBezTo>
                <a:close/>
                <a:moveTo>
                  <a:pt x="68036" y="74839"/>
                </a:moveTo>
                <a:lnTo>
                  <a:pt x="122464" y="74839"/>
                </a:lnTo>
                <a:cubicBezTo>
                  <a:pt x="129991" y="74839"/>
                  <a:pt x="136071" y="80920"/>
                  <a:pt x="136071" y="88446"/>
                </a:cubicBezTo>
                <a:cubicBezTo>
                  <a:pt x="136071" y="95973"/>
                  <a:pt x="129991" y="102054"/>
                  <a:pt x="122464" y="102054"/>
                </a:cubicBezTo>
                <a:lnTo>
                  <a:pt x="68036" y="102054"/>
                </a:lnTo>
                <a:cubicBezTo>
                  <a:pt x="60509" y="102054"/>
                  <a:pt x="54429" y="95973"/>
                  <a:pt x="54429" y="88446"/>
                </a:cubicBezTo>
                <a:cubicBezTo>
                  <a:pt x="54429" y="80920"/>
                  <a:pt x="60509" y="74839"/>
                  <a:pt x="68036" y="74839"/>
                </a:cubicBezTo>
                <a:close/>
                <a:moveTo>
                  <a:pt x="68036" y="122464"/>
                </a:moveTo>
                <a:lnTo>
                  <a:pt x="176893" y="122464"/>
                </a:lnTo>
                <a:cubicBezTo>
                  <a:pt x="184419" y="122464"/>
                  <a:pt x="190500" y="128545"/>
                  <a:pt x="190500" y="136071"/>
                </a:cubicBezTo>
                <a:cubicBezTo>
                  <a:pt x="190500" y="143598"/>
                  <a:pt x="184419" y="149679"/>
                  <a:pt x="176893" y="149679"/>
                </a:cubicBezTo>
                <a:lnTo>
                  <a:pt x="68036" y="149679"/>
                </a:lnTo>
                <a:cubicBezTo>
                  <a:pt x="60509" y="149679"/>
                  <a:pt x="54429" y="143598"/>
                  <a:pt x="54429" y="136071"/>
                </a:cubicBezTo>
                <a:cubicBezTo>
                  <a:pt x="54429" y="128545"/>
                  <a:pt x="60509" y="122464"/>
                  <a:pt x="68036" y="122464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28" name="Text 26"/>
          <p:cNvSpPr/>
          <p:nvPr/>
        </p:nvSpPr>
        <p:spPr>
          <a:xfrm>
            <a:off x="1124715" y="4061351"/>
            <a:ext cx="1850571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严重程度量化评估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508" y="4569338"/>
            <a:ext cx="7257143" cy="235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系统不仅识别病害类型，还能对病害严重程度进行量化评估，为防控决策提供科学依据。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0508" y="4950227"/>
            <a:ext cx="2295071" cy="689429"/>
          </a:xfrm>
          <a:custGeom>
            <a:avLst/>
            <a:gdLst/>
            <a:ahLst/>
            <a:cxnLst/>
            <a:rect l="l" t="t" r="r" b="b"/>
            <a:pathLst>
              <a:path w="2295071" h="689429">
                <a:moveTo>
                  <a:pt x="72569" y="0"/>
                </a:moveTo>
                <a:lnTo>
                  <a:pt x="2222502" y="0"/>
                </a:lnTo>
                <a:cubicBezTo>
                  <a:pt x="2262581" y="0"/>
                  <a:pt x="2295071" y="32490"/>
                  <a:pt x="2295071" y="72569"/>
                </a:cubicBezTo>
                <a:lnTo>
                  <a:pt x="2295071" y="616859"/>
                </a:lnTo>
                <a:cubicBezTo>
                  <a:pt x="2295071" y="656938"/>
                  <a:pt x="2262581" y="689429"/>
                  <a:pt x="2222502" y="689429"/>
                </a:cubicBezTo>
                <a:lnTo>
                  <a:pt x="72569" y="689429"/>
                </a:lnTo>
                <a:cubicBezTo>
                  <a:pt x="32490" y="689429"/>
                  <a:pt x="0" y="656938"/>
                  <a:pt x="0" y="616859"/>
                </a:cubicBezTo>
                <a:lnTo>
                  <a:pt x="0" y="72569"/>
                </a:lnTo>
                <a:cubicBezTo>
                  <a:pt x="0" y="32517"/>
                  <a:pt x="32517" y="0"/>
                  <a:pt x="72569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707477" y="509527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138339" y="15875"/>
                </a:moveTo>
                <a:cubicBezTo>
                  <a:pt x="138339" y="12105"/>
                  <a:pt x="135306" y="9071"/>
                  <a:pt x="131536" y="9071"/>
                </a:cubicBezTo>
                <a:cubicBezTo>
                  <a:pt x="127765" y="9071"/>
                  <a:pt x="124732" y="12105"/>
                  <a:pt x="124732" y="15875"/>
                </a:cubicBezTo>
                <a:lnTo>
                  <a:pt x="124732" y="129268"/>
                </a:lnTo>
                <a:cubicBezTo>
                  <a:pt x="124732" y="133038"/>
                  <a:pt x="127765" y="136071"/>
                  <a:pt x="131536" y="136071"/>
                </a:cubicBezTo>
                <a:cubicBezTo>
                  <a:pt x="135306" y="136071"/>
                  <a:pt x="138339" y="133038"/>
                  <a:pt x="138339" y="129268"/>
                </a:cubicBezTo>
                <a:lnTo>
                  <a:pt x="138339" y="15875"/>
                </a:lnTo>
                <a:close/>
                <a:moveTo>
                  <a:pt x="102054" y="36286"/>
                </a:moveTo>
                <a:cubicBezTo>
                  <a:pt x="98283" y="36286"/>
                  <a:pt x="95250" y="39319"/>
                  <a:pt x="95250" y="43089"/>
                </a:cubicBezTo>
                <a:lnTo>
                  <a:pt x="95250" y="129268"/>
                </a:lnTo>
                <a:cubicBezTo>
                  <a:pt x="95250" y="133038"/>
                  <a:pt x="98283" y="136071"/>
                  <a:pt x="102054" y="136071"/>
                </a:cubicBezTo>
                <a:cubicBezTo>
                  <a:pt x="105824" y="136071"/>
                  <a:pt x="108857" y="133038"/>
                  <a:pt x="108857" y="129268"/>
                </a:cubicBezTo>
                <a:lnTo>
                  <a:pt x="108857" y="43089"/>
                </a:lnTo>
                <a:cubicBezTo>
                  <a:pt x="108857" y="39319"/>
                  <a:pt x="105824" y="36286"/>
                  <a:pt x="102054" y="36286"/>
                </a:cubicBezTo>
                <a:close/>
                <a:moveTo>
                  <a:pt x="79375" y="70304"/>
                </a:moveTo>
                <a:cubicBezTo>
                  <a:pt x="79375" y="66533"/>
                  <a:pt x="76342" y="63500"/>
                  <a:pt x="72571" y="63500"/>
                </a:cubicBezTo>
                <a:cubicBezTo>
                  <a:pt x="68801" y="63500"/>
                  <a:pt x="65768" y="66533"/>
                  <a:pt x="65768" y="70304"/>
                </a:cubicBezTo>
                <a:lnTo>
                  <a:pt x="65768" y="129268"/>
                </a:lnTo>
                <a:cubicBezTo>
                  <a:pt x="65768" y="133038"/>
                  <a:pt x="68801" y="136071"/>
                  <a:pt x="72571" y="136071"/>
                </a:cubicBezTo>
                <a:cubicBezTo>
                  <a:pt x="76342" y="136071"/>
                  <a:pt x="79375" y="133038"/>
                  <a:pt x="79375" y="129268"/>
                </a:cubicBezTo>
                <a:lnTo>
                  <a:pt x="79375" y="70304"/>
                </a:lnTo>
                <a:close/>
                <a:moveTo>
                  <a:pt x="43089" y="90714"/>
                </a:moveTo>
                <a:cubicBezTo>
                  <a:pt x="39319" y="90714"/>
                  <a:pt x="36286" y="93748"/>
                  <a:pt x="36286" y="97518"/>
                </a:cubicBezTo>
                <a:lnTo>
                  <a:pt x="36286" y="129268"/>
                </a:lnTo>
                <a:cubicBezTo>
                  <a:pt x="36286" y="133038"/>
                  <a:pt x="39319" y="136071"/>
                  <a:pt x="43089" y="136071"/>
                </a:cubicBezTo>
                <a:cubicBezTo>
                  <a:pt x="46860" y="136071"/>
                  <a:pt x="49893" y="133038"/>
                  <a:pt x="49893" y="129268"/>
                </a:cubicBezTo>
                <a:lnTo>
                  <a:pt x="49893" y="97518"/>
                </a:lnTo>
                <a:cubicBezTo>
                  <a:pt x="49893" y="93748"/>
                  <a:pt x="46860" y="90714"/>
                  <a:pt x="43089" y="90714"/>
                </a:cubicBezTo>
                <a:close/>
                <a:moveTo>
                  <a:pt x="13607" y="108857"/>
                </a:moveTo>
                <a:cubicBezTo>
                  <a:pt x="9837" y="108857"/>
                  <a:pt x="6804" y="111890"/>
                  <a:pt x="6804" y="115661"/>
                </a:cubicBezTo>
                <a:lnTo>
                  <a:pt x="6804" y="129268"/>
                </a:lnTo>
                <a:cubicBezTo>
                  <a:pt x="6804" y="133038"/>
                  <a:pt x="9837" y="136071"/>
                  <a:pt x="13607" y="136071"/>
                </a:cubicBezTo>
                <a:cubicBezTo>
                  <a:pt x="17377" y="136071"/>
                  <a:pt x="20411" y="133038"/>
                  <a:pt x="20411" y="129268"/>
                </a:cubicBezTo>
                <a:lnTo>
                  <a:pt x="20411" y="115661"/>
                </a:lnTo>
                <a:cubicBezTo>
                  <a:pt x="20411" y="111890"/>
                  <a:pt x="17377" y="108857"/>
                  <a:pt x="13607" y="10885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2" name="Text 30"/>
          <p:cNvSpPr/>
          <p:nvPr/>
        </p:nvSpPr>
        <p:spPr>
          <a:xfrm>
            <a:off x="943287" y="5059053"/>
            <a:ext cx="6531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轻度感染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334" y="5349228"/>
            <a:ext cx="2140857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叶片病斑面积 &lt; 10%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23810" y="4950227"/>
            <a:ext cx="2295071" cy="689429"/>
          </a:xfrm>
          <a:custGeom>
            <a:avLst/>
            <a:gdLst/>
            <a:ahLst/>
            <a:cxnLst/>
            <a:rect l="l" t="t" r="r" b="b"/>
            <a:pathLst>
              <a:path w="2295071" h="689429">
                <a:moveTo>
                  <a:pt x="72569" y="0"/>
                </a:moveTo>
                <a:lnTo>
                  <a:pt x="2222502" y="0"/>
                </a:lnTo>
                <a:cubicBezTo>
                  <a:pt x="2262581" y="0"/>
                  <a:pt x="2295071" y="32490"/>
                  <a:pt x="2295071" y="72569"/>
                </a:cubicBezTo>
                <a:lnTo>
                  <a:pt x="2295071" y="616859"/>
                </a:lnTo>
                <a:cubicBezTo>
                  <a:pt x="2295071" y="656938"/>
                  <a:pt x="2262581" y="689429"/>
                  <a:pt x="2222502" y="689429"/>
                </a:cubicBezTo>
                <a:lnTo>
                  <a:pt x="72569" y="689429"/>
                </a:lnTo>
                <a:cubicBezTo>
                  <a:pt x="32490" y="689429"/>
                  <a:pt x="0" y="656938"/>
                  <a:pt x="0" y="616859"/>
                </a:cubicBezTo>
                <a:lnTo>
                  <a:pt x="0" y="72569"/>
                </a:lnTo>
                <a:cubicBezTo>
                  <a:pt x="0" y="32517"/>
                  <a:pt x="32517" y="0"/>
                  <a:pt x="72569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150778" y="509527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138339" y="15875"/>
                </a:moveTo>
                <a:cubicBezTo>
                  <a:pt x="138339" y="12105"/>
                  <a:pt x="135306" y="9071"/>
                  <a:pt x="131536" y="9071"/>
                </a:cubicBezTo>
                <a:cubicBezTo>
                  <a:pt x="127765" y="9071"/>
                  <a:pt x="124732" y="12105"/>
                  <a:pt x="124732" y="15875"/>
                </a:cubicBezTo>
                <a:lnTo>
                  <a:pt x="124732" y="129268"/>
                </a:lnTo>
                <a:cubicBezTo>
                  <a:pt x="124732" y="133038"/>
                  <a:pt x="127765" y="136071"/>
                  <a:pt x="131536" y="136071"/>
                </a:cubicBezTo>
                <a:cubicBezTo>
                  <a:pt x="135306" y="136071"/>
                  <a:pt x="138339" y="133038"/>
                  <a:pt x="138339" y="129268"/>
                </a:cubicBezTo>
                <a:lnTo>
                  <a:pt x="138339" y="15875"/>
                </a:lnTo>
                <a:close/>
                <a:moveTo>
                  <a:pt x="102054" y="36286"/>
                </a:moveTo>
                <a:cubicBezTo>
                  <a:pt x="98283" y="36286"/>
                  <a:pt x="95250" y="39319"/>
                  <a:pt x="95250" y="43089"/>
                </a:cubicBezTo>
                <a:lnTo>
                  <a:pt x="95250" y="129268"/>
                </a:lnTo>
                <a:cubicBezTo>
                  <a:pt x="95250" y="133038"/>
                  <a:pt x="98283" y="136071"/>
                  <a:pt x="102054" y="136071"/>
                </a:cubicBezTo>
                <a:cubicBezTo>
                  <a:pt x="105824" y="136071"/>
                  <a:pt x="108857" y="133038"/>
                  <a:pt x="108857" y="129268"/>
                </a:cubicBezTo>
                <a:lnTo>
                  <a:pt x="108857" y="43089"/>
                </a:lnTo>
                <a:cubicBezTo>
                  <a:pt x="108857" y="39319"/>
                  <a:pt x="105824" y="36286"/>
                  <a:pt x="102054" y="36286"/>
                </a:cubicBezTo>
                <a:close/>
                <a:moveTo>
                  <a:pt x="79375" y="70304"/>
                </a:moveTo>
                <a:cubicBezTo>
                  <a:pt x="79375" y="66533"/>
                  <a:pt x="76342" y="63500"/>
                  <a:pt x="72571" y="63500"/>
                </a:cubicBezTo>
                <a:cubicBezTo>
                  <a:pt x="68801" y="63500"/>
                  <a:pt x="65768" y="66533"/>
                  <a:pt x="65768" y="70304"/>
                </a:cubicBezTo>
                <a:lnTo>
                  <a:pt x="65768" y="129268"/>
                </a:lnTo>
                <a:cubicBezTo>
                  <a:pt x="65768" y="133038"/>
                  <a:pt x="68801" y="136071"/>
                  <a:pt x="72571" y="136071"/>
                </a:cubicBezTo>
                <a:cubicBezTo>
                  <a:pt x="76342" y="136071"/>
                  <a:pt x="79375" y="133038"/>
                  <a:pt x="79375" y="129268"/>
                </a:cubicBezTo>
                <a:lnTo>
                  <a:pt x="79375" y="70304"/>
                </a:lnTo>
                <a:close/>
                <a:moveTo>
                  <a:pt x="43089" y="90714"/>
                </a:moveTo>
                <a:cubicBezTo>
                  <a:pt x="39319" y="90714"/>
                  <a:pt x="36286" y="93748"/>
                  <a:pt x="36286" y="97518"/>
                </a:cubicBezTo>
                <a:lnTo>
                  <a:pt x="36286" y="129268"/>
                </a:lnTo>
                <a:cubicBezTo>
                  <a:pt x="36286" y="133038"/>
                  <a:pt x="39319" y="136071"/>
                  <a:pt x="43089" y="136071"/>
                </a:cubicBezTo>
                <a:cubicBezTo>
                  <a:pt x="46860" y="136071"/>
                  <a:pt x="49893" y="133038"/>
                  <a:pt x="49893" y="129268"/>
                </a:cubicBezTo>
                <a:lnTo>
                  <a:pt x="49893" y="97518"/>
                </a:lnTo>
                <a:cubicBezTo>
                  <a:pt x="49893" y="93748"/>
                  <a:pt x="46860" y="90714"/>
                  <a:pt x="43089" y="90714"/>
                </a:cubicBezTo>
                <a:close/>
                <a:moveTo>
                  <a:pt x="13607" y="108857"/>
                </a:moveTo>
                <a:cubicBezTo>
                  <a:pt x="9837" y="108857"/>
                  <a:pt x="6804" y="111890"/>
                  <a:pt x="6804" y="115661"/>
                </a:cubicBezTo>
                <a:lnTo>
                  <a:pt x="6804" y="129268"/>
                </a:lnTo>
                <a:cubicBezTo>
                  <a:pt x="6804" y="133038"/>
                  <a:pt x="9837" y="136071"/>
                  <a:pt x="13607" y="136071"/>
                </a:cubicBezTo>
                <a:cubicBezTo>
                  <a:pt x="17377" y="136071"/>
                  <a:pt x="20411" y="133038"/>
                  <a:pt x="20411" y="129268"/>
                </a:cubicBezTo>
                <a:lnTo>
                  <a:pt x="20411" y="115661"/>
                </a:lnTo>
                <a:cubicBezTo>
                  <a:pt x="20411" y="111890"/>
                  <a:pt x="17377" y="108857"/>
                  <a:pt x="13607" y="108857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6" name="Text 34"/>
          <p:cNvSpPr/>
          <p:nvPr/>
        </p:nvSpPr>
        <p:spPr>
          <a:xfrm>
            <a:off x="3386588" y="5059053"/>
            <a:ext cx="6531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中度感染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32635" y="5349228"/>
            <a:ext cx="2140857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叶片病斑面积 10-30%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67111" y="4950227"/>
            <a:ext cx="2295071" cy="689429"/>
          </a:xfrm>
          <a:custGeom>
            <a:avLst/>
            <a:gdLst/>
            <a:ahLst/>
            <a:cxnLst/>
            <a:rect l="l" t="t" r="r" b="b"/>
            <a:pathLst>
              <a:path w="2295071" h="689429">
                <a:moveTo>
                  <a:pt x="72569" y="0"/>
                </a:moveTo>
                <a:lnTo>
                  <a:pt x="2222502" y="0"/>
                </a:lnTo>
                <a:cubicBezTo>
                  <a:pt x="2262581" y="0"/>
                  <a:pt x="2295071" y="32490"/>
                  <a:pt x="2295071" y="72569"/>
                </a:cubicBezTo>
                <a:lnTo>
                  <a:pt x="2295071" y="616859"/>
                </a:lnTo>
                <a:cubicBezTo>
                  <a:pt x="2295071" y="656938"/>
                  <a:pt x="2262581" y="689429"/>
                  <a:pt x="2222502" y="689429"/>
                </a:cubicBezTo>
                <a:lnTo>
                  <a:pt x="72569" y="689429"/>
                </a:lnTo>
                <a:cubicBezTo>
                  <a:pt x="32490" y="689429"/>
                  <a:pt x="0" y="656938"/>
                  <a:pt x="0" y="616859"/>
                </a:cubicBezTo>
                <a:lnTo>
                  <a:pt x="0" y="72569"/>
                </a:lnTo>
                <a:cubicBezTo>
                  <a:pt x="0" y="32517"/>
                  <a:pt x="32517" y="0"/>
                  <a:pt x="72569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5594079" y="509527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138339" y="15875"/>
                </a:moveTo>
                <a:cubicBezTo>
                  <a:pt x="138339" y="12105"/>
                  <a:pt x="135306" y="9071"/>
                  <a:pt x="131536" y="9071"/>
                </a:cubicBezTo>
                <a:cubicBezTo>
                  <a:pt x="127765" y="9071"/>
                  <a:pt x="124732" y="12105"/>
                  <a:pt x="124732" y="15875"/>
                </a:cubicBezTo>
                <a:lnTo>
                  <a:pt x="124732" y="129268"/>
                </a:lnTo>
                <a:cubicBezTo>
                  <a:pt x="124732" y="133038"/>
                  <a:pt x="127765" y="136071"/>
                  <a:pt x="131536" y="136071"/>
                </a:cubicBezTo>
                <a:cubicBezTo>
                  <a:pt x="135306" y="136071"/>
                  <a:pt x="138339" y="133038"/>
                  <a:pt x="138339" y="129268"/>
                </a:cubicBezTo>
                <a:lnTo>
                  <a:pt x="138339" y="15875"/>
                </a:lnTo>
                <a:close/>
                <a:moveTo>
                  <a:pt x="102054" y="36286"/>
                </a:moveTo>
                <a:cubicBezTo>
                  <a:pt x="98283" y="36286"/>
                  <a:pt x="95250" y="39319"/>
                  <a:pt x="95250" y="43089"/>
                </a:cubicBezTo>
                <a:lnTo>
                  <a:pt x="95250" y="129268"/>
                </a:lnTo>
                <a:cubicBezTo>
                  <a:pt x="95250" y="133038"/>
                  <a:pt x="98283" y="136071"/>
                  <a:pt x="102054" y="136071"/>
                </a:cubicBezTo>
                <a:cubicBezTo>
                  <a:pt x="105824" y="136071"/>
                  <a:pt x="108857" y="133038"/>
                  <a:pt x="108857" y="129268"/>
                </a:cubicBezTo>
                <a:lnTo>
                  <a:pt x="108857" y="43089"/>
                </a:lnTo>
                <a:cubicBezTo>
                  <a:pt x="108857" y="39319"/>
                  <a:pt x="105824" y="36286"/>
                  <a:pt x="102054" y="36286"/>
                </a:cubicBezTo>
                <a:close/>
                <a:moveTo>
                  <a:pt x="79375" y="70304"/>
                </a:moveTo>
                <a:cubicBezTo>
                  <a:pt x="79375" y="66533"/>
                  <a:pt x="76342" y="63500"/>
                  <a:pt x="72571" y="63500"/>
                </a:cubicBezTo>
                <a:cubicBezTo>
                  <a:pt x="68801" y="63500"/>
                  <a:pt x="65768" y="66533"/>
                  <a:pt x="65768" y="70304"/>
                </a:cubicBezTo>
                <a:lnTo>
                  <a:pt x="65768" y="129268"/>
                </a:lnTo>
                <a:cubicBezTo>
                  <a:pt x="65768" y="133038"/>
                  <a:pt x="68801" y="136071"/>
                  <a:pt x="72571" y="136071"/>
                </a:cubicBezTo>
                <a:cubicBezTo>
                  <a:pt x="76342" y="136071"/>
                  <a:pt x="79375" y="133038"/>
                  <a:pt x="79375" y="129268"/>
                </a:cubicBezTo>
                <a:lnTo>
                  <a:pt x="79375" y="70304"/>
                </a:lnTo>
                <a:close/>
                <a:moveTo>
                  <a:pt x="43089" y="90714"/>
                </a:moveTo>
                <a:cubicBezTo>
                  <a:pt x="39319" y="90714"/>
                  <a:pt x="36286" y="93748"/>
                  <a:pt x="36286" y="97518"/>
                </a:cubicBezTo>
                <a:lnTo>
                  <a:pt x="36286" y="129268"/>
                </a:lnTo>
                <a:cubicBezTo>
                  <a:pt x="36286" y="133038"/>
                  <a:pt x="39319" y="136071"/>
                  <a:pt x="43089" y="136071"/>
                </a:cubicBezTo>
                <a:cubicBezTo>
                  <a:pt x="46860" y="136071"/>
                  <a:pt x="49893" y="133038"/>
                  <a:pt x="49893" y="129268"/>
                </a:cubicBezTo>
                <a:lnTo>
                  <a:pt x="49893" y="97518"/>
                </a:lnTo>
                <a:cubicBezTo>
                  <a:pt x="49893" y="93748"/>
                  <a:pt x="46860" y="90714"/>
                  <a:pt x="43089" y="90714"/>
                </a:cubicBezTo>
                <a:close/>
                <a:moveTo>
                  <a:pt x="13607" y="108857"/>
                </a:moveTo>
                <a:cubicBezTo>
                  <a:pt x="9837" y="108857"/>
                  <a:pt x="6804" y="111890"/>
                  <a:pt x="6804" y="115661"/>
                </a:cubicBezTo>
                <a:lnTo>
                  <a:pt x="6804" y="129268"/>
                </a:lnTo>
                <a:cubicBezTo>
                  <a:pt x="6804" y="133038"/>
                  <a:pt x="9837" y="136071"/>
                  <a:pt x="13607" y="136071"/>
                </a:cubicBezTo>
                <a:cubicBezTo>
                  <a:pt x="17377" y="136071"/>
                  <a:pt x="20411" y="133038"/>
                  <a:pt x="20411" y="129268"/>
                </a:cubicBezTo>
                <a:lnTo>
                  <a:pt x="20411" y="115661"/>
                </a:lnTo>
                <a:cubicBezTo>
                  <a:pt x="20411" y="111890"/>
                  <a:pt x="17377" y="108857"/>
                  <a:pt x="13607" y="108857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0" name="Text 38"/>
          <p:cNvSpPr/>
          <p:nvPr/>
        </p:nvSpPr>
        <p:spPr>
          <a:xfrm>
            <a:off x="5829889" y="5059053"/>
            <a:ext cx="6531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重度感染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5937" y="5349228"/>
            <a:ext cx="2140857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叶片病斑面积 &gt; 30%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00509" y="1015810"/>
            <a:ext cx="3628571" cy="2866571"/>
          </a:xfrm>
          <a:custGeom>
            <a:avLst/>
            <a:gdLst/>
            <a:ahLst/>
            <a:cxnLst/>
            <a:rect l="l" t="t" r="r" b="b"/>
            <a:pathLst>
              <a:path w="3628571" h="2866571">
                <a:moveTo>
                  <a:pt x="108844" y="0"/>
                </a:moveTo>
                <a:lnTo>
                  <a:pt x="3519728" y="0"/>
                </a:lnTo>
                <a:cubicBezTo>
                  <a:pt x="3579840" y="0"/>
                  <a:pt x="3628571" y="48731"/>
                  <a:pt x="3628571" y="108844"/>
                </a:cubicBezTo>
                <a:lnTo>
                  <a:pt x="3628571" y="2757728"/>
                </a:lnTo>
                <a:cubicBezTo>
                  <a:pt x="3628571" y="2817840"/>
                  <a:pt x="3579840" y="2866571"/>
                  <a:pt x="3519728" y="2866571"/>
                </a:cubicBezTo>
                <a:lnTo>
                  <a:pt x="108844" y="2866571"/>
                </a:lnTo>
                <a:cubicBezTo>
                  <a:pt x="48731" y="2866571"/>
                  <a:pt x="0" y="2817840"/>
                  <a:pt x="0" y="2757728"/>
                </a:cubicBezTo>
                <a:lnTo>
                  <a:pt x="0" y="108844"/>
                </a:lnTo>
                <a:cubicBezTo>
                  <a:pt x="0" y="48771"/>
                  <a:pt x="48771" y="0"/>
                  <a:pt x="108844" y="0"/>
                </a:cubicBezTo>
                <a:close/>
              </a:path>
            </a:pathLst>
          </a:custGeom>
          <a:gradFill flip="none" rotWithShape="1">
            <a:gsLst>
              <a:gs pos="0">
                <a:srgbClr val="5C6BC0"/>
              </a:gs>
              <a:gs pos="100000">
                <a:srgbClr val="3949AB"/>
              </a:gs>
            </a:gsLst>
            <a:lin ang="2700000" scaled="1"/>
          </a:gradFill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40839" y="1269686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0" y="90714"/>
                </a:moveTo>
                <a:cubicBezTo>
                  <a:pt x="0" y="40648"/>
                  <a:pt x="40648" y="0"/>
                  <a:pt x="90714" y="0"/>
                </a:cubicBezTo>
                <a:cubicBezTo>
                  <a:pt x="140781" y="0"/>
                  <a:pt x="181429" y="40648"/>
                  <a:pt x="181429" y="90714"/>
                </a:cubicBezTo>
                <a:cubicBezTo>
                  <a:pt x="181429" y="140781"/>
                  <a:pt x="140781" y="181429"/>
                  <a:pt x="90714" y="181429"/>
                </a:cubicBezTo>
                <a:cubicBezTo>
                  <a:pt x="40648" y="181429"/>
                  <a:pt x="0" y="140781"/>
                  <a:pt x="0" y="90714"/>
                </a:cubicBezTo>
                <a:close/>
                <a:moveTo>
                  <a:pt x="102054" y="34018"/>
                </a:moveTo>
                <a:cubicBezTo>
                  <a:pt x="102054" y="27760"/>
                  <a:pt x="96973" y="22679"/>
                  <a:pt x="90714" y="22679"/>
                </a:cubicBezTo>
                <a:cubicBezTo>
                  <a:pt x="84456" y="22679"/>
                  <a:pt x="79375" y="27760"/>
                  <a:pt x="79375" y="34018"/>
                </a:cubicBezTo>
                <a:cubicBezTo>
                  <a:pt x="79375" y="40276"/>
                  <a:pt x="84456" y="45357"/>
                  <a:pt x="90714" y="45357"/>
                </a:cubicBezTo>
                <a:cubicBezTo>
                  <a:pt x="96973" y="45357"/>
                  <a:pt x="102054" y="40276"/>
                  <a:pt x="102054" y="34018"/>
                </a:cubicBezTo>
                <a:close/>
                <a:moveTo>
                  <a:pt x="90714" y="147411"/>
                </a:moveTo>
                <a:cubicBezTo>
                  <a:pt x="103223" y="147411"/>
                  <a:pt x="113393" y="137241"/>
                  <a:pt x="113393" y="124732"/>
                </a:cubicBezTo>
                <a:cubicBezTo>
                  <a:pt x="113393" y="118992"/>
                  <a:pt x="111267" y="113712"/>
                  <a:pt x="107723" y="109743"/>
                </a:cubicBezTo>
                <a:lnTo>
                  <a:pt x="132351" y="60523"/>
                </a:lnTo>
                <a:cubicBezTo>
                  <a:pt x="134441" y="56307"/>
                  <a:pt x="132741" y="51204"/>
                  <a:pt x="128559" y="49113"/>
                </a:cubicBezTo>
                <a:cubicBezTo>
                  <a:pt x="124378" y="47023"/>
                  <a:pt x="119240" y="48723"/>
                  <a:pt x="117149" y="52905"/>
                </a:cubicBezTo>
                <a:lnTo>
                  <a:pt x="92521" y="102124"/>
                </a:lnTo>
                <a:cubicBezTo>
                  <a:pt x="91919" y="102089"/>
                  <a:pt x="91317" y="102054"/>
                  <a:pt x="90714" y="102054"/>
                </a:cubicBezTo>
                <a:cubicBezTo>
                  <a:pt x="78206" y="102054"/>
                  <a:pt x="68036" y="112223"/>
                  <a:pt x="68036" y="124732"/>
                </a:cubicBezTo>
                <a:cubicBezTo>
                  <a:pt x="68036" y="137241"/>
                  <a:pt x="78206" y="147411"/>
                  <a:pt x="90714" y="147411"/>
                </a:cubicBezTo>
                <a:close/>
                <a:moveTo>
                  <a:pt x="62366" y="51027"/>
                </a:moveTo>
                <a:cubicBezTo>
                  <a:pt x="62366" y="44768"/>
                  <a:pt x="57285" y="39688"/>
                  <a:pt x="51027" y="39688"/>
                </a:cubicBezTo>
                <a:cubicBezTo>
                  <a:pt x="44768" y="39688"/>
                  <a:pt x="39688" y="44768"/>
                  <a:pt x="39688" y="51027"/>
                </a:cubicBezTo>
                <a:cubicBezTo>
                  <a:pt x="39688" y="57285"/>
                  <a:pt x="44768" y="62366"/>
                  <a:pt x="51027" y="62366"/>
                </a:cubicBezTo>
                <a:cubicBezTo>
                  <a:pt x="57285" y="62366"/>
                  <a:pt x="62366" y="57285"/>
                  <a:pt x="62366" y="51027"/>
                </a:cubicBezTo>
                <a:close/>
                <a:moveTo>
                  <a:pt x="34018" y="102054"/>
                </a:moveTo>
                <a:cubicBezTo>
                  <a:pt x="40276" y="102054"/>
                  <a:pt x="45357" y="96973"/>
                  <a:pt x="45357" y="90714"/>
                </a:cubicBezTo>
                <a:cubicBezTo>
                  <a:pt x="45357" y="84456"/>
                  <a:pt x="40276" y="79375"/>
                  <a:pt x="34018" y="79375"/>
                </a:cubicBezTo>
                <a:cubicBezTo>
                  <a:pt x="27760" y="79375"/>
                  <a:pt x="22679" y="84456"/>
                  <a:pt x="22679" y="90714"/>
                </a:cubicBezTo>
                <a:cubicBezTo>
                  <a:pt x="22679" y="96973"/>
                  <a:pt x="27760" y="102054"/>
                  <a:pt x="34018" y="102054"/>
                </a:cubicBezTo>
                <a:close/>
                <a:moveTo>
                  <a:pt x="158750" y="90714"/>
                </a:moveTo>
                <a:cubicBezTo>
                  <a:pt x="158750" y="84456"/>
                  <a:pt x="153669" y="79375"/>
                  <a:pt x="147411" y="79375"/>
                </a:cubicBezTo>
                <a:cubicBezTo>
                  <a:pt x="141152" y="79375"/>
                  <a:pt x="136071" y="84456"/>
                  <a:pt x="136071" y="90714"/>
                </a:cubicBezTo>
                <a:cubicBezTo>
                  <a:pt x="136071" y="96973"/>
                  <a:pt x="141152" y="102054"/>
                  <a:pt x="147411" y="102054"/>
                </a:cubicBezTo>
                <a:cubicBezTo>
                  <a:pt x="153669" y="102054"/>
                  <a:pt x="158750" y="96973"/>
                  <a:pt x="158750" y="9071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8644946" y="1233462"/>
            <a:ext cx="3057071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核心性能指标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18160" y="1723257"/>
            <a:ext cx="798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识别准确率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00047" y="1668842"/>
            <a:ext cx="843643" cy="326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≥95%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18160" y="2067923"/>
            <a:ext cx="3193143" cy="145143"/>
          </a:xfrm>
          <a:custGeom>
            <a:avLst/>
            <a:gdLst/>
            <a:ahLst/>
            <a:cxnLst/>
            <a:rect l="l" t="t" r="r" b="b"/>
            <a:pathLst>
              <a:path w="3193143" h="145143">
                <a:moveTo>
                  <a:pt x="72571" y="0"/>
                </a:moveTo>
                <a:lnTo>
                  <a:pt x="3120571" y="0"/>
                </a:lnTo>
                <a:cubicBezTo>
                  <a:pt x="3160652" y="0"/>
                  <a:pt x="3193143" y="32491"/>
                  <a:pt x="3193143" y="72571"/>
                </a:cubicBezTo>
                <a:lnTo>
                  <a:pt x="3193143" y="72571"/>
                </a:lnTo>
                <a:cubicBezTo>
                  <a:pt x="3193143" y="112652"/>
                  <a:pt x="3160652" y="145143"/>
                  <a:pt x="3120571" y="145143"/>
                </a:cubicBezTo>
                <a:lnTo>
                  <a:pt x="72571" y="145143"/>
                </a:lnTo>
                <a:cubicBezTo>
                  <a:pt x="32518" y="145143"/>
                  <a:pt x="0" y="112625"/>
                  <a:pt x="0" y="7257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418160" y="2067923"/>
            <a:ext cx="3029857" cy="145143"/>
          </a:xfrm>
          <a:custGeom>
            <a:avLst/>
            <a:gdLst/>
            <a:ahLst/>
            <a:cxnLst/>
            <a:rect l="l" t="t" r="r" b="b"/>
            <a:pathLst>
              <a:path w="3029857" h="145143">
                <a:moveTo>
                  <a:pt x="72571" y="0"/>
                </a:moveTo>
                <a:lnTo>
                  <a:pt x="2957286" y="0"/>
                </a:lnTo>
                <a:cubicBezTo>
                  <a:pt x="2997366" y="0"/>
                  <a:pt x="3029857" y="32491"/>
                  <a:pt x="3029857" y="72571"/>
                </a:cubicBezTo>
                <a:lnTo>
                  <a:pt x="3029857" y="72571"/>
                </a:lnTo>
                <a:cubicBezTo>
                  <a:pt x="3029857" y="112652"/>
                  <a:pt x="2997366" y="145143"/>
                  <a:pt x="2957286" y="145143"/>
                </a:cubicBezTo>
                <a:lnTo>
                  <a:pt x="72571" y="145143"/>
                </a:lnTo>
                <a:cubicBezTo>
                  <a:pt x="32518" y="145143"/>
                  <a:pt x="0" y="112625"/>
                  <a:pt x="0" y="7257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9" name="Text 47"/>
          <p:cNvSpPr/>
          <p:nvPr/>
        </p:nvSpPr>
        <p:spPr>
          <a:xfrm>
            <a:off x="8418160" y="2448891"/>
            <a:ext cx="6531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响应时间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57148" y="2394476"/>
            <a:ext cx="589643" cy="326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18160" y="2793557"/>
            <a:ext cx="3193143" cy="145143"/>
          </a:xfrm>
          <a:custGeom>
            <a:avLst/>
            <a:gdLst/>
            <a:ahLst/>
            <a:cxnLst/>
            <a:rect l="l" t="t" r="r" b="b"/>
            <a:pathLst>
              <a:path w="3193143" h="145143">
                <a:moveTo>
                  <a:pt x="72571" y="0"/>
                </a:moveTo>
                <a:lnTo>
                  <a:pt x="3120571" y="0"/>
                </a:lnTo>
                <a:cubicBezTo>
                  <a:pt x="3160652" y="0"/>
                  <a:pt x="3193143" y="32491"/>
                  <a:pt x="3193143" y="72571"/>
                </a:cubicBezTo>
                <a:lnTo>
                  <a:pt x="3193143" y="72571"/>
                </a:lnTo>
                <a:cubicBezTo>
                  <a:pt x="3193143" y="112652"/>
                  <a:pt x="3160652" y="145143"/>
                  <a:pt x="3120571" y="145143"/>
                </a:cubicBezTo>
                <a:lnTo>
                  <a:pt x="72571" y="145143"/>
                </a:lnTo>
                <a:cubicBezTo>
                  <a:pt x="32518" y="145143"/>
                  <a:pt x="0" y="112625"/>
                  <a:pt x="0" y="7257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8418160" y="2793557"/>
            <a:ext cx="2712357" cy="145143"/>
          </a:xfrm>
          <a:custGeom>
            <a:avLst/>
            <a:gdLst/>
            <a:ahLst/>
            <a:cxnLst/>
            <a:rect l="l" t="t" r="r" b="b"/>
            <a:pathLst>
              <a:path w="2712357" h="145143">
                <a:moveTo>
                  <a:pt x="72571" y="0"/>
                </a:moveTo>
                <a:lnTo>
                  <a:pt x="2639786" y="0"/>
                </a:lnTo>
                <a:cubicBezTo>
                  <a:pt x="2679866" y="0"/>
                  <a:pt x="2712357" y="32491"/>
                  <a:pt x="2712357" y="72571"/>
                </a:cubicBezTo>
                <a:lnTo>
                  <a:pt x="2712357" y="72571"/>
                </a:lnTo>
                <a:cubicBezTo>
                  <a:pt x="2712357" y="112652"/>
                  <a:pt x="2679866" y="145143"/>
                  <a:pt x="2639786" y="145143"/>
                </a:cubicBezTo>
                <a:lnTo>
                  <a:pt x="72571" y="145143"/>
                </a:lnTo>
                <a:cubicBezTo>
                  <a:pt x="32518" y="145143"/>
                  <a:pt x="0" y="112625"/>
                  <a:pt x="0" y="7257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3" name="Text 51"/>
          <p:cNvSpPr/>
          <p:nvPr/>
        </p:nvSpPr>
        <p:spPr>
          <a:xfrm>
            <a:off x="8418160" y="3174526"/>
            <a:ext cx="943429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用户操作难度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795000" y="3120115"/>
            <a:ext cx="952500" cy="326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零门槛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18160" y="3519192"/>
            <a:ext cx="3193143" cy="145143"/>
          </a:xfrm>
          <a:custGeom>
            <a:avLst/>
            <a:gdLst/>
            <a:ahLst/>
            <a:cxnLst/>
            <a:rect l="l" t="t" r="r" b="b"/>
            <a:pathLst>
              <a:path w="3193143" h="145143">
                <a:moveTo>
                  <a:pt x="72571" y="0"/>
                </a:moveTo>
                <a:lnTo>
                  <a:pt x="3120571" y="0"/>
                </a:lnTo>
                <a:cubicBezTo>
                  <a:pt x="3160652" y="0"/>
                  <a:pt x="3193143" y="32491"/>
                  <a:pt x="3193143" y="72571"/>
                </a:cubicBezTo>
                <a:lnTo>
                  <a:pt x="3193143" y="72571"/>
                </a:lnTo>
                <a:cubicBezTo>
                  <a:pt x="3193143" y="112652"/>
                  <a:pt x="3160652" y="145143"/>
                  <a:pt x="3120571" y="145143"/>
                </a:cubicBezTo>
                <a:lnTo>
                  <a:pt x="72571" y="145143"/>
                </a:lnTo>
                <a:cubicBezTo>
                  <a:pt x="32518" y="145143"/>
                  <a:pt x="0" y="112625"/>
                  <a:pt x="0" y="7257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418160" y="3519192"/>
            <a:ext cx="3193143" cy="145143"/>
          </a:xfrm>
          <a:custGeom>
            <a:avLst/>
            <a:gdLst/>
            <a:ahLst/>
            <a:cxnLst/>
            <a:rect l="l" t="t" r="r" b="b"/>
            <a:pathLst>
              <a:path w="3193143" h="145143">
                <a:moveTo>
                  <a:pt x="72571" y="0"/>
                </a:moveTo>
                <a:lnTo>
                  <a:pt x="3120571" y="0"/>
                </a:lnTo>
                <a:cubicBezTo>
                  <a:pt x="3160652" y="0"/>
                  <a:pt x="3193143" y="32491"/>
                  <a:pt x="3193143" y="72571"/>
                </a:cubicBezTo>
                <a:lnTo>
                  <a:pt x="3193143" y="72571"/>
                </a:lnTo>
                <a:cubicBezTo>
                  <a:pt x="3193143" y="112652"/>
                  <a:pt x="3160652" y="145143"/>
                  <a:pt x="3120571" y="145143"/>
                </a:cubicBezTo>
                <a:lnTo>
                  <a:pt x="72571" y="145143"/>
                </a:lnTo>
                <a:cubicBezTo>
                  <a:pt x="32518" y="145143"/>
                  <a:pt x="0" y="112625"/>
                  <a:pt x="0" y="72571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7" name="Shape 55"/>
          <p:cNvSpPr/>
          <p:nvPr/>
        </p:nvSpPr>
        <p:spPr>
          <a:xfrm>
            <a:off x="8200509" y="4063402"/>
            <a:ext cx="3628571" cy="2794000"/>
          </a:xfrm>
          <a:custGeom>
            <a:avLst/>
            <a:gdLst/>
            <a:ahLst/>
            <a:cxnLst/>
            <a:rect l="l" t="t" r="r" b="b"/>
            <a:pathLst>
              <a:path w="3628571" h="2794000">
                <a:moveTo>
                  <a:pt x="108854" y="0"/>
                </a:moveTo>
                <a:lnTo>
                  <a:pt x="3519717" y="0"/>
                </a:lnTo>
                <a:cubicBezTo>
                  <a:pt x="3579836" y="0"/>
                  <a:pt x="3628571" y="48736"/>
                  <a:pt x="3628571" y="108854"/>
                </a:cubicBezTo>
                <a:lnTo>
                  <a:pt x="3628571" y="2685146"/>
                </a:lnTo>
                <a:cubicBezTo>
                  <a:pt x="3628571" y="2745264"/>
                  <a:pt x="3579836" y="2794000"/>
                  <a:pt x="3519717" y="2794000"/>
                </a:cubicBezTo>
                <a:lnTo>
                  <a:pt x="108854" y="2794000"/>
                </a:lnTo>
                <a:cubicBezTo>
                  <a:pt x="48736" y="2794000"/>
                  <a:pt x="0" y="2745264"/>
                  <a:pt x="0" y="2685146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446508" y="4326407"/>
            <a:ext cx="142875" cy="163286"/>
          </a:xfrm>
          <a:custGeom>
            <a:avLst/>
            <a:gdLst/>
            <a:ahLst/>
            <a:cxnLst/>
            <a:rect l="l" t="t" r="r" b="b"/>
            <a:pathLst>
              <a:path w="142875" h="163286">
                <a:moveTo>
                  <a:pt x="40821" y="12757"/>
                </a:moveTo>
                <a:cubicBezTo>
                  <a:pt x="40821" y="5709"/>
                  <a:pt x="46530" y="0"/>
                  <a:pt x="53578" y="0"/>
                </a:cubicBezTo>
                <a:cubicBezTo>
                  <a:pt x="60626" y="0"/>
                  <a:pt x="66335" y="5709"/>
                  <a:pt x="66335" y="12757"/>
                </a:cubicBezTo>
                <a:lnTo>
                  <a:pt x="66335" y="60020"/>
                </a:lnTo>
                <a:cubicBezTo>
                  <a:pt x="69046" y="57596"/>
                  <a:pt x="72617" y="56129"/>
                  <a:pt x="76540" y="56129"/>
                </a:cubicBezTo>
                <a:cubicBezTo>
                  <a:pt x="83110" y="56129"/>
                  <a:pt x="88723" y="60275"/>
                  <a:pt x="90891" y="66080"/>
                </a:cubicBezTo>
                <a:cubicBezTo>
                  <a:pt x="93698" y="63114"/>
                  <a:pt x="97653" y="61232"/>
                  <a:pt x="102054" y="61232"/>
                </a:cubicBezTo>
                <a:cubicBezTo>
                  <a:pt x="110122" y="61232"/>
                  <a:pt x="116724" y="67451"/>
                  <a:pt x="117330" y="75360"/>
                </a:cubicBezTo>
                <a:cubicBezTo>
                  <a:pt x="120041" y="72905"/>
                  <a:pt x="123644" y="71438"/>
                  <a:pt x="127567" y="71438"/>
                </a:cubicBezTo>
                <a:cubicBezTo>
                  <a:pt x="136018" y="71438"/>
                  <a:pt x="142875" y="78294"/>
                  <a:pt x="142875" y="86746"/>
                </a:cubicBezTo>
                <a:lnTo>
                  <a:pt x="142875" y="122464"/>
                </a:lnTo>
                <a:cubicBezTo>
                  <a:pt x="142875" y="145012"/>
                  <a:pt x="124601" y="163286"/>
                  <a:pt x="102054" y="163286"/>
                </a:cubicBezTo>
                <a:lnTo>
                  <a:pt x="74850" y="163286"/>
                </a:lnTo>
                <a:cubicBezTo>
                  <a:pt x="73255" y="163286"/>
                  <a:pt x="71693" y="163190"/>
                  <a:pt x="70162" y="162967"/>
                </a:cubicBezTo>
                <a:cubicBezTo>
                  <a:pt x="52526" y="161181"/>
                  <a:pt x="36293" y="152124"/>
                  <a:pt x="25513" y="137772"/>
                </a:cubicBezTo>
                <a:lnTo>
                  <a:pt x="2551" y="107156"/>
                </a:lnTo>
                <a:cubicBezTo>
                  <a:pt x="-1690" y="101511"/>
                  <a:pt x="-542" y="93538"/>
                  <a:pt x="5103" y="89297"/>
                </a:cubicBezTo>
                <a:cubicBezTo>
                  <a:pt x="10748" y="85055"/>
                  <a:pt x="18720" y="86203"/>
                  <a:pt x="22962" y="91848"/>
                </a:cubicBezTo>
                <a:lnTo>
                  <a:pt x="40821" y="115671"/>
                </a:lnTo>
                <a:lnTo>
                  <a:pt x="40821" y="12757"/>
                </a:lnTo>
                <a:close/>
                <a:moveTo>
                  <a:pt x="76540" y="96951"/>
                </a:moveTo>
                <a:cubicBezTo>
                  <a:pt x="76540" y="94144"/>
                  <a:pt x="74244" y="91848"/>
                  <a:pt x="71438" y="91848"/>
                </a:cubicBezTo>
                <a:cubicBezTo>
                  <a:pt x="68631" y="91848"/>
                  <a:pt x="66335" y="94144"/>
                  <a:pt x="66335" y="96951"/>
                </a:cubicBezTo>
                <a:lnTo>
                  <a:pt x="66335" y="127567"/>
                </a:lnTo>
                <a:cubicBezTo>
                  <a:pt x="66335" y="130373"/>
                  <a:pt x="68631" y="132670"/>
                  <a:pt x="71438" y="132670"/>
                </a:cubicBezTo>
                <a:cubicBezTo>
                  <a:pt x="74244" y="132670"/>
                  <a:pt x="76540" y="130373"/>
                  <a:pt x="76540" y="127567"/>
                </a:cubicBezTo>
                <a:lnTo>
                  <a:pt x="76540" y="96951"/>
                </a:lnTo>
                <a:close/>
                <a:moveTo>
                  <a:pt x="91848" y="91848"/>
                </a:moveTo>
                <a:cubicBezTo>
                  <a:pt x="89042" y="91848"/>
                  <a:pt x="86746" y="94144"/>
                  <a:pt x="86746" y="96951"/>
                </a:cubicBezTo>
                <a:lnTo>
                  <a:pt x="86746" y="127567"/>
                </a:lnTo>
                <a:cubicBezTo>
                  <a:pt x="86746" y="130373"/>
                  <a:pt x="89042" y="132670"/>
                  <a:pt x="91848" y="132670"/>
                </a:cubicBezTo>
                <a:cubicBezTo>
                  <a:pt x="94655" y="132670"/>
                  <a:pt x="96951" y="130373"/>
                  <a:pt x="96951" y="127567"/>
                </a:cubicBezTo>
                <a:lnTo>
                  <a:pt x="96951" y="96951"/>
                </a:lnTo>
                <a:cubicBezTo>
                  <a:pt x="96951" y="94144"/>
                  <a:pt x="94655" y="91848"/>
                  <a:pt x="91848" y="91848"/>
                </a:cubicBezTo>
                <a:close/>
                <a:moveTo>
                  <a:pt x="117362" y="96951"/>
                </a:moveTo>
                <a:cubicBezTo>
                  <a:pt x="117362" y="94144"/>
                  <a:pt x="115065" y="91848"/>
                  <a:pt x="112259" y="91848"/>
                </a:cubicBezTo>
                <a:cubicBezTo>
                  <a:pt x="109452" y="91848"/>
                  <a:pt x="107156" y="94144"/>
                  <a:pt x="107156" y="96951"/>
                </a:cubicBezTo>
                <a:lnTo>
                  <a:pt x="107156" y="127567"/>
                </a:lnTo>
                <a:cubicBezTo>
                  <a:pt x="107156" y="130373"/>
                  <a:pt x="109452" y="132670"/>
                  <a:pt x="112259" y="132670"/>
                </a:cubicBezTo>
                <a:cubicBezTo>
                  <a:pt x="115065" y="132670"/>
                  <a:pt x="117362" y="130373"/>
                  <a:pt x="117362" y="127567"/>
                </a:cubicBezTo>
                <a:lnTo>
                  <a:pt x="117362" y="96951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59" name="Text 57"/>
          <p:cNvSpPr/>
          <p:nvPr/>
        </p:nvSpPr>
        <p:spPr>
          <a:xfrm>
            <a:off x="8617731" y="4281050"/>
            <a:ext cx="30752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操作便捷性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18160" y="4680210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145143" y="0"/>
                </a:moveTo>
                <a:lnTo>
                  <a:pt x="145143" y="0"/>
                </a:lnTo>
                <a:cubicBezTo>
                  <a:pt x="225249" y="0"/>
                  <a:pt x="290286" y="65036"/>
                  <a:pt x="290286" y="145143"/>
                </a:cubicBezTo>
                <a:lnTo>
                  <a:pt x="290286" y="145143"/>
                </a:lnTo>
                <a:cubicBezTo>
                  <a:pt x="290286" y="225249"/>
                  <a:pt x="225249" y="290286"/>
                  <a:pt x="145143" y="290286"/>
                </a:cubicBezTo>
                <a:lnTo>
                  <a:pt x="145143" y="290286"/>
                </a:lnTo>
                <a:cubicBezTo>
                  <a:pt x="65036" y="290286"/>
                  <a:pt x="0" y="225249"/>
                  <a:pt x="0" y="145143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1" name="Text 59"/>
          <p:cNvSpPr/>
          <p:nvPr/>
        </p:nvSpPr>
        <p:spPr>
          <a:xfrm>
            <a:off x="8386410" y="4680210"/>
            <a:ext cx="353786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817240" y="4680210"/>
            <a:ext cx="1088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拍照上传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817240" y="4897863"/>
            <a:ext cx="1079500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手机拍摄叶片照片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18160" y="5188117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145143" y="0"/>
                </a:moveTo>
                <a:lnTo>
                  <a:pt x="145143" y="0"/>
                </a:lnTo>
                <a:cubicBezTo>
                  <a:pt x="225249" y="0"/>
                  <a:pt x="290286" y="65036"/>
                  <a:pt x="290286" y="145143"/>
                </a:cubicBezTo>
                <a:lnTo>
                  <a:pt x="290286" y="145143"/>
                </a:lnTo>
                <a:cubicBezTo>
                  <a:pt x="290286" y="225249"/>
                  <a:pt x="225249" y="290286"/>
                  <a:pt x="145143" y="290286"/>
                </a:cubicBezTo>
                <a:lnTo>
                  <a:pt x="145143" y="290286"/>
                </a:lnTo>
                <a:cubicBezTo>
                  <a:pt x="65036" y="290286"/>
                  <a:pt x="0" y="225249"/>
                  <a:pt x="0" y="145143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65" name="Text 63"/>
          <p:cNvSpPr/>
          <p:nvPr/>
        </p:nvSpPr>
        <p:spPr>
          <a:xfrm>
            <a:off x="8386410" y="5188117"/>
            <a:ext cx="353786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817240" y="5188117"/>
            <a:ext cx="12065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智能识别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17240" y="5405765"/>
            <a:ext cx="11974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AI自动分析病害类型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18160" y="5696020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145143" y="0"/>
                </a:moveTo>
                <a:lnTo>
                  <a:pt x="145143" y="0"/>
                </a:lnTo>
                <a:cubicBezTo>
                  <a:pt x="225249" y="0"/>
                  <a:pt x="290286" y="65036"/>
                  <a:pt x="290286" y="145143"/>
                </a:cubicBezTo>
                <a:lnTo>
                  <a:pt x="290286" y="145143"/>
                </a:lnTo>
                <a:cubicBezTo>
                  <a:pt x="290286" y="225249"/>
                  <a:pt x="225249" y="290286"/>
                  <a:pt x="145143" y="290286"/>
                </a:cubicBezTo>
                <a:lnTo>
                  <a:pt x="145143" y="290286"/>
                </a:lnTo>
                <a:cubicBezTo>
                  <a:pt x="65036" y="290286"/>
                  <a:pt x="0" y="225249"/>
                  <a:pt x="0" y="145143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69" name="Text 67"/>
          <p:cNvSpPr/>
          <p:nvPr/>
        </p:nvSpPr>
        <p:spPr>
          <a:xfrm>
            <a:off x="8386410" y="5696020"/>
            <a:ext cx="353786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817240" y="5696020"/>
            <a:ext cx="1215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获取建议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817240" y="5913672"/>
            <a:ext cx="1206500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接收个性化防控方案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418160" y="6240230"/>
            <a:ext cx="3193143" cy="399143"/>
          </a:xfrm>
          <a:custGeom>
            <a:avLst/>
            <a:gdLst/>
            <a:ahLst/>
            <a:cxnLst/>
            <a:rect l="l" t="t" r="r" b="b"/>
            <a:pathLst>
              <a:path w="3193143" h="399143">
                <a:moveTo>
                  <a:pt x="72572" y="0"/>
                </a:moveTo>
                <a:lnTo>
                  <a:pt x="3120571" y="0"/>
                </a:lnTo>
                <a:cubicBezTo>
                  <a:pt x="3160651" y="0"/>
                  <a:pt x="3193143" y="32492"/>
                  <a:pt x="3193143" y="72572"/>
                </a:cubicBezTo>
                <a:lnTo>
                  <a:pt x="3193143" y="326571"/>
                </a:lnTo>
                <a:cubicBezTo>
                  <a:pt x="3193143" y="366651"/>
                  <a:pt x="3160651" y="399143"/>
                  <a:pt x="3120571" y="399143"/>
                </a:cubicBezTo>
                <a:lnTo>
                  <a:pt x="72572" y="399143"/>
                </a:lnTo>
                <a:cubicBezTo>
                  <a:pt x="32518" y="399143"/>
                  <a:pt x="0" y="366624"/>
                  <a:pt x="0" y="326571"/>
                </a:cubicBezTo>
                <a:lnTo>
                  <a:pt x="0" y="72572"/>
                </a:lnTo>
                <a:cubicBezTo>
                  <a:pt x="0" y="32518"/>
                  <a:pt x="32518" y="0"/>
                  <a:pt x="72572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8769584" y="63742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74" name="Text 72"/>
          <p:cNvSpPr/>
          <p:nvPr/>
        </p:nvSpPr>
        <p:spPr>
          <a:xfrm>
            <a:off x="8675368" y="6349052"/>
            <a:ext cx="285879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无需专业技术背景，基层种植户轻松上手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97013"/>
            <a:ext cx="72195" cy="288782"/>
          </a:xfrm>
          <a:custGeom>
            <a:avLst/>
            <a:gdLst/>
            <a:ahLst/>
            <a:cxnLst/>
            <a:rect l="l" t="t" r="r" b="b"/>
            <a:pathLst>
              <a:path w="72195" h="288782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252684"/>
                </a:lnTo>
                <a:cubicBezTo>
                  <a:pt x="72195" y="272620"/>
                  <a:pt x="56034" y="288782"/>
                  <a:pt x="36098" y="288782"/>
                </a:cubicBezTo>
                <a:lnTo>
                  <a:pt x="36098" y="288782"/>
                </a:lnTo>
                <a:cubicBezTo>
                  <a:pt x="16161" y="288782"/>
                  <a:pt x="0" y="272620"/>
                  <a:pt x="0" y="25268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" name="Text 1"/>
          <p:cNvSpPr/>
          <p:nvPr/>
        </p:nvSpPr>
        <p:spPr>
          <a:xfrm>
            <a:off x="541387" y="360977"/>
            <a:ext cx="3086354" cy="3609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智能服务与数据支撑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028098"/>
            <a:ext cx="5631242" cy="2580485"/>
          </a:xfrm>
          <a:custGeom>
            <a:avLst/>
            <a:gdLst/>
            <a:ahLst/>
            <a:cxnLst/>
            <a:rect l="l" t="t" r="r" b="b"/>
            <a:pathLst>
              <a:path w="5631242" h="2580485">
                <a:moveTo>
                  <a:pt x="35095" y="0"/>
                </a:moveTo>
                <a:lnTo>
                  <a:pt x="5596147" y="0"/>
                </a:lnTo>
                <a:cubicBezTo>
                  <a:pt x="5615529" y="0"/>
                  <a:pt x="5631242" y="15713"/>
                  <a:pt x="5631242" y="35095"/>
                </a:cubicBezTo>
                <a:lnTo>
                  <a:pt x="5631242" y="2472182"/>
                </a:lnTo>
                <a:cubicBezTo>
                  <a:pt x="5631242" y="2531996"/>
                  <a:pt x="5582753" y="2580485"/>
                  <a:pt x="5522939" y="2580485"/>
                </a:cubicBezTo>
                <a:lnTo>
                  <a:pt x="108303" y="2580485"/>
                </a:lnTo>
                <a:cubicBezTo>
                  <a:pt x="48489" y="2580485"/>
                  <a:pt x="0" y="2531996"/>
                  <a:pt x="0" y="2472182"/>
                </a:cubicBezTo>
                <a:lnTo>
                  <a:pt x="0" y="35095"/>
                </a:lnTo>
                <a:cubicBezTo>
                  <a:pt x="0" y="15726"/>
                  <a:pt x="15726" y="0"/>
                  <a:pt x="350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147" dist="360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0977" y="1028098"/>
            <a:ext cx="5631242" cy="35095"/>
          </a:xfrm>
          <a:custGeom>
            <a:avLst/>
            <a:gdLst/>
            <a:ahLst/>
            <a:cxnLst/>
            <a:rect l="l" t="t" r="r" b="b"/>
            <a:pathLst>
              <a:path w="5631242" h="35095">
                <a:moveTo>
                  <a:pt x="35095" y="0"/>
                </a:moveTo>
                <a:lnTo>
                  <a:pt x="5596147" y="0"/>
                </a:lnTo>
                <a:cubicBezTo>
                  <a:pt x="5615529" y="0"/>
                  <a:pt x="5631242" y="15713"/>
                  <a:pt x="5631242" y="35095"/>
                </a:cubicBezTo>
                <a:lnTo>
                  <a:pt x="5631242" y="35095"/>
                </a:lnTo>
                <a:lnTo>
                  <a:pt x="0" y="35095"/>
                </a:lnTo>
                <a:lnTo>
                  <a:pt x="0" y="35095"/>
                </a:lnTo>
                <a:cubicBezTo>
                  <a:pt x="0" y="15713"/>
                  <a:pt x="15713" y="0"/>
                  <a:pt x="35095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6" name="Shape 4"/>
          <p:cNvSpPr/>
          <p:nvPr/>
        </p:nvSpPr>
        <p:spPr>
          <a:xfrm>
            <a:off x="577501" y="1262168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72197" y="0"/>
                </a:moveTo>
                <a:lnTo>
                  <a:pt x="360976" y="0"/>
                </a:lnTo>
                <a:cubicBezTo>
                  <a:pt x="400849" y="0"/>
                  <a:pt x="433172" y="32324"/>
                  <a:pt x="433172" y="72197"/>
                </a:cubicBezTo>
                <a:lnTo>
                  <a:pt x="433172" y="360976"/>
                </a:lnTo>
                <a:cubicBezTo>
                  <a:pt x="433172" y="400849"/>
                  <a:pt x="400849" y="433172"/>
                  <a:pt x="360976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58736" y="1370431"/>
            <a:ext cx="270733" cy="216586"/>
          </a:xfrm>
          <a:custGeom>
            <a:avLst/>
            <a:gdLst/>
            <a:ahLst/>
            <a:cxnLst/>
            <a:rect l="l" t="t" r="r" b="b"/>
            <a:pathLst>
              <a:path w="270733" h="216586">
                <a:moveTo>
                  <a:pt x="148903" y="0"/>
                </a:moveTo>
                <a:cubicBezTo>
                  <a:pt x="148903" y="-7487"/>
                  <a:pt x="142854" y="-13537"/>
                  <a:pt x="135366" y="-13537"/>
                </a:cubicBezTo>
                <a:cubicBezTo>
                  <a:pt x="127879" y="-13537"/>
                  <a:pt x="121830" y="-7487"/>
                  <a:pt x="121830" y="0"/>
                </a:cubicBezTo>
                <a:lnTo>
                  <a:pt x="121830" y="27073"/>
                </a:lnTo>
                <a:lnTo>
                  <a:pt x="81220" y="27073"/>
                </a:lnTo>
                <a:cubicBezTo>
                  <a:pt x="58800" y="27073"/>
                  <a:pt x="40610" y="45263"/>
                  <a:pt x="40610" y="67683"/>
                </a:cubicBezTo>
                <a:lnTo>
                  <a:pt x="40610" y="162440"/>
                </a:lnTo>
                <a:cubicBezTo>
                  <a:pt x="40610" y="184860"/>
                  <a:pt x="58800" y="203050"/>
                  <a:pt x="81220" y="203050"/>
                </a:cubicBezTo>
                <a:lnTo>
                  <a:pt x="189513" y="203050"/>
                </a:lnTo>
                <a:cubicBezTo>
                  <a:pt x="211933" y="203050"/>
                  <a:pt x="230123" y="184860"/>
                  <a:pt x="230123" y="162440"/>
                </a:cubicBezTo>
                <a:lnTo>
                  <a:pt x="230123" y="67683"/>
                </a:lnTo>
                <a:cubicBezTo>
                  <a:pt x="230123" y="45263"/>
                  <a:pt x="211933" y="27073"/>
                  <a:pt x="189513" y="27073"/>
                </a:cubicBezTo>
                <a:lnTo>
                  <a:pt x="148903" y="27073"/>
                </a:lnTo>
                <a:lnTo>
                  <a:pt x="148903" y="0"/>
                </a:lnTo>
                <a:close/>
                <a:moveTo>
                  <a:pt x="67683" y="155671"/>
                </a:moveTo>
                <a:cubicBezTo>
                  <a:pt x="67683" y="150045"/>
                  <a:pt x="72210" y="145519"/>
                  <a:pt x="77836" y="145519"/>
                </a:cubicBezTo>
                <a:lnTo>
                  <a:pt x="91372" y="145519"/>
                </a:lnTo>
                <a:cubicBezTo>
                  <a:pt x="96998" y="145519"/>
                  <a:pt x="101525" y="150045"/>
                  <a:pt x="101525" y="155671"/>
                </a:cubicBezTo>
                <a:cubicBezTo>
                  <a:pt x="101525" y="161298"/>
                  <a:pt x="96998" y="165824"/>
                  <a:pt x="91372" y="165824"/>
                </a:cubicBezTo>
                <a:lnTo>
                  <a:pt x="77836" y="165824"/>
                </a:lnTo>
                <a:cubicBezTo>
                  <a:pt x="72210" y="165824"/>
                  <a:pt x="67683" y="161298"/>
                  <a:pt x="67683" y="155671"/>
                </a:cubicBezTo>
                <a:close/>
                <a:moveTo>
                  <a:pt x="118446" y="155671"/>
                </a:moveTo>
                <a:cubicBezTo>
                  <a:pt x="118446" y="150045"/>
                  <a:pt x="122972" y="145519"/>
                  <a:pt x="128598" y="145519"/>
                </a:cubicBezTo>
                <a:lnTo>
                  <a:pt x="142135" y="145519"/>
                </a:lnTo>
                <a:cubicBezTo>
                  <a:pt x="147761" y="145519"/>
                  <a:pt x="152287" y="150045"/>
                  <a:pt x="152287" y="155671"/>
                </a:cubicBezTo>
                <a:cubicBezTo>
                  <a:pt x="152287" y="161298"/>
                  <a:pt x="147761" y="165824"/>
                  <a:pt x="142135" y="165824"/>
                </a:cubicBezTo>
                <a:lnTo>
                  <a:pt x="128598" y="165824"/>
                </a:lnTo>
                <a:cubicBezTo>
                  <a:pt x="122972" y="165824"/>
                  <a:pt x="118446" y="161298"/>
                  <a:pt x="118446" y="155671"/>
                </a:cubicBezTo>
                <a:close/>
                <a:moveTo>
                  <a:pt x="169208" y="155671"/>
                </a:moveTo>
                <a:cubicBezTo>
                  <a:pt x="169208" y="150045"/>
                  <a:pt x="173734" y="145519"/>
                  <a:pt x="179360" y="145519"/>
                </a:cubicBezTo>
                <a:lnTo>
                  <a:pt x="192897" y="145519"/>
                </a:lnTo>
                <a:cubicBezTo>
                  <a:pt x="198523" y="145519"/>
                  <a:pt x="203050" y="150045"/>
                  <a:pt x="203050" y="155671"/>
                </a:cubicBezTo>
                <a:cubicBezTo>
                  <a:pt x="203050" y="161298"/>
                  <a:pt x="198523" y="165824"/>
                  <a:pt x="192897" y="165824"/>
                </a:cubicBezTo>
                <a:lnTo>
                  <a:pt x="179360" y="165824"/>
                </a:lnTo>
                <a:cubicBezTo>
                  <a:pt x="173734" y="165824"/>
                  <a:pt x="169208" y="161298"/>
                  <a:pt x="169208" y="155671"/>
                </a:cubicBezTo>
                <a:close/>
                <a:moveTo>
                  <a:pt x="94756" y="74452"/>
                </a:moveTo>
                <a:cubicBezTo>
                  <a:pt x="105963" y="74452"/>
                  <a:pt x="115061" y="83550"/>
                  <a:pt x="115061" y="94756"/>
                </a:cubicBezTo>
                <a:cubicBezTo>
                  <a:pt x="115061" y="105963"/>
                  <a:pt x="105963" y="115061"/>
                  <a:pt x="94756" y="115061"/>
                </a:cubicBezTo>
                <a:cubicBezTo>
                  <a:pt x="83550" y="115061"/>
                  <a:pt x="74452" y="105963"/>
                  <a:pt x="74452" y="94756"/>
                </a:cubicBezTo>
                <a:cubicBezTo>
                  <a:pt x="74452" y="83550"/>
                  <a:pt x="83550" y="74452"/>
                  <a:pt x="94756" y="74452"/>
                </a:cubicBezTo>
                <a:close/>
                <a:moveTo>
                  <a:pt x="155671" y="94756"/>
                </a:moveTo>
                <a:cubicBezTo>
                  <a:pt x="155671" y="83550"/>
                  <a:pt x="164770" y="74452"/>
                  <a:pt x="175976" y="74452"/>
                </a:cubicBezTo>
                <a:cubicBezTo>
                  <a:pt x="187183" y="74452"/>
                  <a:pt x="196281" y="83550"/>
                  <a:pt x="196281" y="94756"/>
                </a:cubicBezTo>
                <a:cubicBezTo>
                  <a:pt x="196281" y="105963"/>
                  <a:pt x="187183" y="115061"/>
                  <a:pt x="175976" y="115061"/>
                </a:cubicBezTo>
                <a:cubicBezTo>
                  <a:pt x="164770" y="115061"/>
                  <a:pt x="155671" y="105963"/>
                  <a:pt x="155671" y="94756"/>
                </a:cubicBezTo>
                <a:close/>
                <a:moveTo>
                  <a:pt x="27073" y="94756"/>
                </a:moveTo>
                <a:cubicBezTo>
                  <a:pt x="27073" y="87269"/>
                  <a:pt x="21024" y="81220"/>
                  <a:pt x="13537" y="81220"/>
                </a:cubicBezTo>
                <a:cubicBezTo>
                  <a:pt x="6049" y="81220"/>
                  <a:pt x="0" y="87269"/>
                  <a:pt x="0" y="94756"/>
                </a:cubicBezTo>
                <a:lnTo>
                  <a:pt x="0" y="135366"/>
                </a:lnTo>
                <a:cubicBezTo>
                  <a:pt x="0" y="142854"/>
                  <a:pt x="6049" y="148903"/>
                  <a:pt x="13537" y="148903"/>
                </a:cubicBezTo>
                <a:cubicBezTo>
                  <a:pt x="21024" y="148903"/>
                  <a:pt x="27073" y="142854"/>
                  <a:pt x="27073" y="135366"/>
                </a:cubicBezTo>
                <a:lnTo>
                  <a:pt x="27073" y="94756"/>
                </a:lnTo>
                <a:close/>
                <a:moveTo>
                  <a:pt x="257196" y="81220"/>
                </a:moveTo>
                <a:cubicBezTo>
                  <a:pt x="249709" y="81220"/>
                  <a:pt x="243660" y="87269"/>
                  <a:pt x="243660" y="94756"/>
                </a:cubicBezTo>
                <a:lnTo>
                  <a:pt x="243660" y="135366"/>
                </a:lnTo>
                <a:cubicBezTo>
                  <a:pt x="243660" y="142854"/>
                  <a:pt x="249709" y="148903"/>
                  <a:pt x="257196" y="148903"/>
                </a:cubicBezTo>
                <a:cubicBezTo>
                  <a:pt x="264684" y="148903"/>
                  <a:pt x="270733" y="142854"/>
                  <a:pt x="270733" y="135366"/>
                </a:cubicBezTo>
                <a:lnTo>
                  <a:pt x="270733" y="94756"/>
                </a:lnTo>
                <a:cubicBezTo>
                  <a:pt x="270733" y="87269"/>
                  <a:pt x="264684" y="81220"/>
                  <a:pt x="257196" y="8122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8" name="Text 6"/>
          <p:cNvSpPr/>
          <p:nvPr/>
        </p:nvSpPr>
        <p:spPr>
          <a:xfrm>
            <a:off x="1118888" y="1334315"/>
            <a:ext cx="1191224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AI智能问答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501" y="1839670"/>
            <a:ext cx="5270265" cy="469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搭载kimi K2.5大语言模型，精准解答马铃薯种植及病害防控相关问题，为种植户提供7×24小时智能咨询服务。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5549" y="2471142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1" name="Text 9"/>
          <p:cNvSpPr/>
          <p:nvPr/>
        </p:nvSpPr>
        <p:spPr>
          <a:xfrm>
            <a:off x="830138" y="2453124"/>
            <a:ext cx="1073907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病害识别结果解读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5549" y="2723782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3" name="Text 11"/>
          <p:cNvSpPr/>
          <p:nvPr/>
        </p:nvSpPr>
        <p:spPr>
          <a:xfrm>
            <a:off x="830138" y="2705764"/>
            <a:ext cx="821223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种植技术咨询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5549" y="2976417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5" name="Text 13"/>
          <p:cNvSpPr/>
          <p:nvPr/>
        </p:nvSpPr>
        <p:spPr>
          <a:xfrm>
            <a:off x="830138" y="2958399"/>
            <a:ext cx="1073907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防控方案优化建议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5549" y="3229053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7" name="Text 15"/>
          <p:cNvSpPr/>
          <p:nvPr/>
        </p:nvSpPr>
        <p:spPr>
          <a:xfrm>
            <a:off x="830138" y="3211035"/>
            <a:ext cx="1073907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农业政策信息查询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0977" y="3806084"/>
            <a:ext cx="5631242" cy="2255605"/>
          </a:xfrm>
          <a:custGeom>
            <a:avLst/>
            <a:gdLst/>
            <a:ahLst/>
            <a:cxnLst/>
            <a:rect l="l" t="t" r="r" b="b"/>
            <a:pathLst>
              <a:path w="5631242" h="2255605">
                <a:moveTo>
                  <a:pt x="35095" y="0"/>
                </a:moveTo>
                <a:lnTo>
                  <a:pt x="5596147" y="0"/>
                </a:lnTo>
                <a:cubicBezTo>
                  <a:pt x="5615529" y="0"/>
                  <a:pt x="5631242" y="15713"/>
                  <a:pt x="5631242" y="35095"/>
                </a:cubicBezTo>
                <a:lnTo>
                  <a:pt x="5631242" y="2147314"/>
                </a:lnTo>
                <a:cubicBezTo>
                  <a:pt x="5631242" y="2207121"/>
                  <a:pt x="5582758" y="2255605"/>
                  <a:pt x="5522950" y="2255605"/>
                </a:cubicBezTo>
                <a:lnTo>
                  <a:pt x="108292" y="2255605"/>
                </a:lnTo>
                <a:cubicBezTo>
                  <a:pt x="48484" y="2255605"/>
                  <a:pt x="0" y="2207121"/>
                  <a:pt x="0" y="2147314"/>
                </a:cubicBezTo>
                <a:lnTo>
                  <a:pt x="0" y="35095"/>
                </a:lnTo>
                <a:cubicBezTo>
                  <a:pt x="0" y="15726"/>
                  <a:pt x="15726" y="0"/>
                  <a:pt x="350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147" dist="360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0977" y="3806084"/>
            <a:ext cx="5631242" cy="35095"/>
          </a:xfrm>
          <a:custGeom>
            <a:avLst/>
            <a:gdLst/>
            <a:ahLst/>
            <a:cxnLst/>
            <a:rect l="l" t="t" r="r" b="b"/>
            <a:pathLst>
              <a:path w="5631242" h="35095">
                <a:moveTo>
                  <a:pt x="35095" y="0"/>
                </a:moveTo>
                <a:lnTo>
                  <a:pt x="5596147" y="0"/>
                </a:lnTo>
                <a:cubicBezTo>
                  <a:pt x="5615529" y="0"/>
                  <a:pt x="5631242" y="15713"/>
                  <a:pt x="5631242" y="35095"/>
                </a:cubicBezTo>
                <a:lnTo>
                  <a:pt x="5631242" y="35095"/>
                </a:lnTo>
                <a:lnTo>
                  <a:pt x="0" y="35095"/>
                </a:lnTo>
                <a:lnTo>
                  <a:pt x="0" y="35095"/>
                </a:lnTo>
                <a:cubicBezTo>
                  <a:pt x="0" y="15713"/>
                  <a:pt x="15713" y="0"/>
                  <a:pt x="35095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0" name="Shape 18"/>
          <p:cNvSpPr/>
          <p:nvPr/>
        </p:nvSpPr>
        <p:spPr>
          <a:xfrm>
            <a:off x="577501" y="4040154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72197" y="0"/>
                </a:moveTo>
                <a:lnTo>
                  <a:pt x="360976" y="0"/>
                </a:lnTo>
                <a:cubicBezTo>
                  <a:pt x="400849" y="0"/>
                  <a:pt x="433172" y="32324"/>
                  <a:pt x="433172" y="72197"/>
                </a:cubicBezTo>
                <a:lnTo>
                  <a:pt x="433172" y="360976"/>
                </a:lnTo>
                <a:cubicBezTo>
                  <a:pt x="433172" y="400849"/>
                  <a:pt x="400849" y="433172"/>
                  <a:pt x="360976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12883" y="4148416"/>
            <a:ext cx="162440" cy="216586"/>
          </a:xfrm>
          <a:custGeom>
            <a:avLst/>
            <a:gdLst/>
            <a:ahLst/>
            <a:cxnLst/>
            <a:rect l="l" t="t" r="r" b="b"/>
            <a:pathLst>
              <a:path w="162440" h="216586">
                <a:moveTo>
                  <a:pt x="0" y="79782"/>
                </a:moveTo>
                <a:cubicBezTo>
                  <a:pt x="0" y="35703"/>
                  <a:pt x="36380" y="0"/>
                  <a:pt x="81220" y="0"/>
                </a:cubicBezTo>
                <a:cubicBezTo>
                  <a:pt x="126060" y="0"/>
                  <a:pt x="162440" y="35703"/>
                  <a:pt x="162440" y="79782"/>
                </a:cubicBezTo>
                <a:cubicBezTo>
                  <a:pt x="162440" y="130248"/>
                  <a:pt x="111593" y="190740"/>
                  <a:pt x="90357" y="213794"/>
                </a:cubicBezTo>
                <a:cubicBezTo>
                  <a:pt x="85365" y="219209"/>
                  <a:pt x="77032" y="219209"/>
                  <a:pt x="72040" y="213794"/>
                </a:cubicBezTo>
                <a:cubicBezTo>
                  <a:pt x="50805" y="190740"/>
                  <a:pt x="-42" y="130248"/>
                  <a:pt x="-42" y="79782"/>
                </a:cubicBezTo>
                <a:close/>
                <a:moveTo>
                  <a:pt x="81220" y="108293"/>
                </a:moveTo>
                <a:cubicBezTo>
                  <a:pt x="96162" y="108293"/>
                  <a:pt x="108293" y="96162"/>
                  <a:pt x="108293" y="81220"/>
                </a:cubicBezTo>
                <a:cubicBezTo>
                  <a:pt x="108293" y="66278"/>
                  <a:pt x="96162" y="54147"/>
                  <a:pt x="81220" y="54147"/>
                </a:cubicBezTo>
                <a:cubicBezTo>
                  <a:pt x="66278" y="54147"/>
                  <a:pt x="54147" y="66278"/>
                  <a:pt x="54147" y="81220"/>
                </a:cubicBezTo>
                <a:cubicBezTo>
                  <a:pt x="54147" y="96162"/>
                  <a:pt x="66278" y="108293"/>
                  <a:pt x="81220" y="108293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2" name="Text 20"/>
          <p:cNvSpPr/>
          <p:nvPr/>
        </p:nvSpPr>
        <p:spPr>
          <a:xfrm>
            <a:off x="1118888" y="4112305"/>
            <a:ext cx="1624397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个性化防控建议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501" y="4617655"/>
            <a:ext cx="5270265" cy="469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结合用户位置信息（经纬度）和当地天气数据，推送个性化、针对性的病害防控建议，实现"识别-分析-建议"一体化服务。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501" y="5231114"/>
            <a:ext cx="2544888" cy="613661"/>
          </a:xfrm>
          <a:custGeom>
            <a:avLst/>
            <a:gdLst/>
            <a:ahLst/>
            <a:cxnLst/>
            <a:rect l="l" t="t" r="r" b="b"/>
            <a:pathLst>
              <a:path w="2544888" h="613661">
                <a:moveTo>
                  <a:pt x="72197" y="0"/>
                </a:moveTo>
                <a:lnTo>
                  <a:pt x="2472691" y="0"/>
                </a:lnTo>
                <a:cubicBezTo>
                  <a:pt x="2512564" y="0"/>
                  <a:pt x="2544888" y="32324"/>
                  <a:pt x="2544888" y="72197"/>
                </a:cubicBezTo>
                <a:lnTo>
                  <a:pt x="2544888" y="541464"/>
                </a:lnTo>
                <a:cubicBezTo>
                  <a:pt x="2544888" y="581337"/>
                  <a:pt x="2512564" y="613661"/>
                  <a:pt x="2472691" y="613661"/>
                </a:cubicBezTo>
                <a:lnTo>
                  <a:pt x="72197" y="613661"/>
                </a:lnTo>
                <a:cubicBezTo>
                  <a:pt x="32324" y="613661"/>
                  <a:pt x="0" y="581337"/>
                  <a:pt x="0" y="541464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703811" y="5357394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34774" y="21292"/>
                </a:moveTo>
                <a:cubicBezTo>
                  <a:pt x="136043" y="17964"/>
                  <a:pt x="135254" y="14185"/>
                  <a:pt x="132744" y="11675"/>
                </a:cubicBezTo>
                <a:cubicBezTo>
                  <a:pt x="130234" y="9165"/>
                  <a:pt x="126455" y="8348"/>
                  <a:pt x="123127" y="9645"/>
                </a:cubicBezTo>
                <a:lnTo>
                  <a:pt x="5809" y="54767"/>
                </a:lnTo>
                <a:cubicBezTo>
                  <a:pt x="2228" y="56121"/>
                  <a:pt x="-85" y="59561"/>
                  <a:pt x="0" y="63368"/>
                </a:cubicBezTo>
                <a:cubicBezTo>
                  <a:pt x="85" y="67176"/>
                  <a:pt x="2566" y="70532"/>
                  <a:pt x="6176" y="71716"/>
                </a:cubicBezTo>
                <a:lnTo>
                  <a:pt x="56036" y="88327"/>
                </a:lnTo>
                <a:lnTo>
                  <a:pt x="72647" y="138187"/>
                </a:lnTo>
                <a:cubicBezTo>
                  <a:pt x="73859" y="141796"/>
                  <a:pt x="77187" y="144278"/>
                  <a:pt x="80994" y="144363"/>
                </a:cubicBezTo>
                <a:cubicBezTo>
                  <a:pt x="84801" y="144447"/>
                  <a:pt x="88242" y="142135"/>
                  <a:pt x="89624" y="138581"/>
                </a:cubicBezTo>
                <a:lnTo>
                  <a:pt x="134746" y="21264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26" name="Text 24"/>
          <p:cNvSpPr/>
          <p:nvPr/>
        </p:nvSpPr>
        <p:spPr>
          <a:xfrm>
            <a:off x="938399" y="5339376"/>
            <a:ext cx="568539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位置获取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762" y="5592011"/>
            <a:ext cx="2382449" cy="144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百度地图API精准定位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28739" y="5231114"/>
            <a:ext cx="2544888" cy="613661"/>
          </a:xfrm>
          <a:custGeom>
            <a:avLst/>
            <a:gdLst/>
            <a:ahLst/>
            <a:cxnLst/>
            <a:rect l="l" t="t" r="r" b="b"/>
            <a:pathLst>
              <a:path w="2544888" h="613661">
                <a:moveTo>
                  <a:pt x="72197" y="0"/>
                </a:moveTo>
                <a:lnTo>
                  <a:pt x="2472691" y="0"/>
                </a:lnTo>
                <a:cubicBezTo>
                  <a:pt x="2512564" y="0"/>
                  <a:pt x="2544888" y="32324"/>
                  <a:pt x="2544888" y="72197"/>
                </a:cubicBezTo>
                <a:lnTo>
                  <a:pt x="2544888" y="541464"/>
                </a:lnTo>
                <a:cubicBezTo>
                  <a:pt x="2544888" y="581337"/>
                  <a:pt x="2512564" y="613661"/>
                  <a:pt x="2472691" y="613661"/>
                </a:cubicBezTo>
                <a:lnTo>
                  <a:pt x="72197" y="613661"/>
                </a:lnTo>
                <a:cubicBezTo>
                  <a:pt x="32324" y="613661"/>
                  <a:pt x="0" y="581337"/>
                  <a:pt x="0" y="541464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3346026" y="5357394"/>
            <a:ext cx="162440" cy="144391"/>
          </a:xfrm>
          <a:custGeom>
            <a:avLst/>
            <a:gdLst/>
            <a:ahLst/>
            <a:cxnLst/>
            <a:rect l="l" t="t" r="r" b="b"/>
            <a:pathLst>
              <a:path w="162440" h="144391">
                <a:moveTo>
                  <a:pt x="127921" y="-4174"/>
                </a:moveTo>
                <a:cubicBezTo>
                  <a:pt x="129303" y="-3610"/>
                  <a:pt x="130318" y="-2369"/>
                  <a:pt x="130600" y="-902"/>
                </a:cubicBezTo>
                <a:lnTo>
                  <a:pt x="135366" y="22561"/>
                </a:lnTo>
                <a:lnTo>
                  <a:pt x="158830" y="27299"/>
                </a:lnTo>
                <a:cubicBezTo>
                  <a:pt x="160296" y="27609"/>
                  <a:pt x="161509" y="28596"/>
                  <a:pt x="162101" y="29978"/>
                </a:cubicBezTo>
                <a:cubicBezTo>
                  <a:pt x="162693" y="31360"/>
                  <a:pt x="162524" y="32939"/>
                  <a:pt x="161706" y="34180"/>
                </a:cubicBezTo>
                <a:lnTo>
                  <a:pt x="148480" y="54118"/>
                </a:lnTo>
                <a:lnTo>
                  <a:pt x="161706" y="74057"/>
                </a:lnTo>
                <a:cubicBezTo>
                  <a:pt x="162524" y="75298"/>
                  <a:pt x="162693" y="76877"/>
                  <a:pt x="162101" y="78259"/>
                </a:cubicBezTo>
                <a:cubicBezTo>
                  <a:pt x="161509" y="79641"/>
                  <a:pt x="160296" y="80656"/>
                  <a:pt x="158830" y="80938"/>
                </a:cubicBezTo>
                <a:lnTo>
                  <a:pt x="141289" y="84519"/>
                </a:lnTo>
                <a:cubicBezTo>
                  <a:pt x="137933" y="82066"/>
                  <a:pt x="134210" y="80120"/>
                  <a:pt x="130177" y="78766"/>
                </a:cubicBezTo>
                <a:cubicBezTo>
                  <a:pt x="129472" y="75185"/>
                  <a:pt x="128260" y="71801"/>
                  <a:pt x="126596" y="68698"/>
                </a:cubicBezTo>
                <a:cubicBezTo>
                  <a:pt x="129275" y="64496"/>
                  <a:pt x="130854" y="59505"/>
                  <a:pt x="130854" y="54118"/>
                </a:cubicBezTo>
                <a:cubicBezTo>
                  <a:pt x="130854" y="39172"/>
                  <a:pt x="118728" y="27045"/>
                  <a:pt x="103781" y="27045"/>
                </a:cubicBezTo>
                <a:cubicBezTo>
                  <a:pt x="90272" y="27045"/>
                  <a:pt x="79077" y="36944"/>
                  <a:pt x="77046" y="49860"/>
                </a:cubicBezTo>
                <a:cubicBezTo>
                  <a:pt x="69573" y="44135"/>
                  <a:pt x="60266" y="40695"/>
                  <a:pt x="50142" y="40582"/>
                </a:cubicBezTo>
                <a:lnTo>
                  <a:pt x="45884" y="34180"/>
                </a:lnTo>
                <a:cubicBezTo>
                  <a:pt x="45066" y="32939"/>
                  <a:pt x="44897" y="31360"/>
                  <a:pt x="45489" y="29978"/>
                </a:cubicBezTo>
                <a:cubicBezTo>
                  <a:pt x="46081" y="28596"/>
                  <a:pt x="47294" y="27581"/>
                  <a:pt x="48760" y="27299"/>
                </a:cubicBezTo>
                <a:lnTo>
                  <a:pt x="72195" y="22561"/>
                </a:lnTo>
                <a:lnTo>
                  <a:pt x="76933" y="-902"/>
                </a:lnTo>
                <a:cubicBezTo>
                  <a:pt x="77243" y="-2369"/>
                  <a:pt x="78230" y="-3582"/>
                  <a:pt x="79612" y="-4174"/>
                </a:cubicBezTo>
                <a:cubicBezTo>
                  <a:pt x="80994" y="-4766"/>
                  <a:pt x="82574" y="-4597"/>
                  <a:pt x="83814" y="-3779"/>
                </a:cubicBezTo>
                <a:lnTo>
                  <a:pt x="103781" y="9476"/>
                </a:lnTo>
                <a:lnTo>
                  <a:pt x="123719" y="-3751"/>
                </a:lnTo>
                <a:cubicBezTo>
                  <a:pt x="124960" y="-4569"/>
                  <a:pt x="126539" y="-4738"/>
                  <a:pt x="127921" y="-4146"/>
                </a:cubicBezTo>
                <a:close/>
                <a:moveTo>
                  <a:pt x="117318" y="54147"/>
                </a:moveTo>
                <a:cubicBezTo>
                  <a:pt x="117318" y="55218"/>
                  <a:pt x="117205" y="56262"/>
                  <a:pt x="116951" y="57277"/>
                </a:cubicBezTo>
                <a:cubicBezTo>
                  <a:pt x="110831" y="52483"/>
                  <a:pt x="103132" y="49634"/>
                  <a:pt x="94756" y="49634"/>
                </a:cubicBezTo>
                <a:cubicBezTo>
                  <a:pt x="93459" y="49634"/>
                  <a:pt x="92190" y="49691"/>
                  <a:pt x="90949" y="49832"/>
                </a:cubicBezTo>
                <a:cubicBezTo>
                  <a:pt x="92754" y="44474"/>
                  <a:pt x="97830" y="40610"/>
                  <a:pt x="103781" y="40610"/>
                </a:cubicBezTo>
                <a:cubicBezTo>
                  <a:pt x="111254" y="40610"/>
                  <a:pt x="117318" y="46673"/>
                  <a:pt x="117318" y="54147"/>
                </a:cubicBezTo>
                <a:close/>
                <a:moveTo>
                  <a:pt x="27073" y="144391"/>
                </a:moveTo>
                <a:cubicBezTo>
                  <a:pt x="12127" y="144391"/>
                  <a:pt x="0" y="132264"/>
                  <a:pt x="0" y="117318"/>
                </a:cubicBezTo>
                <a:cubicBezTo>
                  <a:pt x="0" y="105332"/>
                  <a:pt x="7784" y="95151"/>
                  <a:pt x="18585" y="91598"/>
                </a:cubicBezTo>
                <a:cubicBezTo>
                  <a:pt x="18218" y="89708"/>
                  <a:pt x="18049" y="87734"/>
                  <a:pt x="18049" y="85732"/>
                </a:cubicBezTo>
                <a:cubicBezTo>
                  <a:pt x="18049" y="68275"/>
                  <a:pt x="32178" y="54147"/>
                  <a:pt x="49634" y="54147"/>
                </a:cubicBezTo>
                <a:cubicBezTo>
                  <a:pt x="61789" y="54147"/>
                  <a:pt x="72336" y="60999"/>
                  <a:pt x="77610" y="71067"/>
                </a:cubicBezTo>
                <a:cubicBezTo>
                  <a:pt x="81756" y="66245"/>
                  <a:pt x="87904" y="63171"/>
                  <a:pt x="94756" y="63171"/>
                </a:cubicBezTo>
                <a:cubicBezTo>
                  <a:pt x="107221" y="63171"/>
                  <a:pt x="117318" y="73267"/>
                  <a:pt x="117318" y="85732"/>
                </a:cubicBezTo>
                <a:cubicBezTo>
                  <a:pt x="117318" y="87283"/>
                  <a:pt x="117148" y="88778"/>
                  <a:pt x="116866" y="90244"/>
                </a:cubicBezTo>
                <a:cubicBezTo>
                  <a:pt x="117007" y="90244"/>
                  <a:pt x="117177" y="90244"/>
                  <a:pt x="117318" y="90244"/>
                </a:cubicBezTo>
                <a:cubicBezTo>
                  <a:pt x="132264" y="90244"/>
                  <a:pt x="144391" y="102371"/>
                  <a:pt x="144391" y="117318"/>
                </a:cubicBezTo>
                <a:cubicBezTo>
                  <a:pt x="144391" y="132264"/>
                  <a:pt x="132264" y="144391"/>
                  <a:pt x="117318" y="144391"/>
                </a:cubicBezTo>
                <a:lnTo>
                  <a:pt x="27073" y="144391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30" name="Text 28"/>
          <p:cNvSpPr/>
          <p:nvPr/>
        </p:nvSpPr>
        <p:spPr>
          <a:xfrm>
            <a:off x="3589638" y="5339376"/>
            <a:ext cx="568539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天气数据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37001" y="5592011"/>
            <a:ext cx="2382449" cy="144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中国天气网实时数据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4764" y="1028098"/>
            <a:ext cx="5631242" cy="2616582"/>
          </a:xfrm>
          <a:custGeom>
            <a:avLst/>
            <a:gdLst/>
            <a:ahLst/>
            <a:cxnLst/>
            <a:rect l="l" t="t" r="r" b="b"/>
            <a:pathLst>
              <a:path w="5631242" h="2616582">
                <a:moveTo>
                  <a:pt x="35095" y="0"/>
                </a:moveTo>
                <a:lnTo>
                  <a:pt x="5596147" y="0"/>
                </a:lnTo>
                <a:cubicBezTo>
                  <a:pt x="5615529" y="0"/>
                  <a:pt x="5631242" y="15713"/>
                  <a:pt x="5631242" y="35095"/>
                </a:cubicBezTo>
                <a:lnTo>
                  <a:pt x="5631242" y="2508282"/>
                </a:lnTo>
                <a:cubicBezTo>
                  <a:pt x="5631242" y="2568095"/>
                  <a:pt x="5582754" y="2616582"/>
                  <a:pt x="5522942" y="2616582"/>
                </a:cubicBezTo>
                <a:lnTo>
                  <a:pt x="108300" y="2616582"/>
                </a:lnTo>
                <a:cubicBezTo>
                  <a:pt x="48488" y="2616582"/>
                  <a:pt x="0" y="2568095"/>
                  <a:pt x="0" y="2508282"/>
                </a:cubicBezTo>
                <a:lnTo>
                  <a:pt x="0" y="35095"/>
                </a:lnTo>
                <a:cubicBezTo>
                  <a:pt x="0" y="15713"/>
                  <a:pt x="15713" y="0"/>
                  <a:pt x="350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147" dist="3609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4764" y="1028098"/>
            <a:ext cx="5631242" cy="35095"/>
          </a:xfrm>
          <a:custGeom>
            <a:avLst/>
            <a:gdLst/>
            <a:ahLst/>
            <a:cxnLst/>
            <a:rect l="l" t="t" r="r" b="b"/>
            <a:pathLst>
              <a:path w="5631242" h="35095">
                <a:moveTo>
                  <a:pt x="35095" y="0"/>
                </a:moveTo>
                <a:lnTo>
                  <a:pt x="5596147" y="0"/>
                </a:lnTo>
                <a:cubicBezTo>
                  <a:pt x="5615529" y="0"/>
                  <a:pt x="5631242" y="15713"/>
                  <a:pt x="5631242" y="35095"/>
                </a:cubicBezTo>
                <a:lnTo>
                  <a:pt x="5631242" y="35095"/>
                </a:lnTo>
                <a:lnTo>
                  <a:pt x="0" y="35095"/>
                </a:lnTo>
                <a:lnTo>
                  <a:pt x="0" y="35095"/>
                </a:lnTo>
                <a:cubicBezTo>
                  <a:pt x="0" y="15713"/>
                  <a:pt x="15713" y="0"/>
                  <a:pt x="3509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4" name="Shape 32"/>
          <p:cNvSpPr/>
          <p:nvPr/>
        </p:nvSpPr>
        <p:spPr>
          <a:xfrm>
            <a:off x="6421287" y="1262168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72197" y="0"/>
                </a:moveTo>
                <a:lnTo>
                  <a:pt x="360976" y="0"/>
                </a:lnTo>
                <a:cubicBezTo>
                  <a:pt x="400849" y="0"/>
                  <a:pt x="433172" y="32324"/>
                  <a:pt x="433172" y="72197"/>
                </a:cubicBezTo>
                <a:lnTo>
                  <a:pt x="433172" y="360976"/>
                </a:lnTo>
                <a:cubicBezTo>
                  <a:pt x="433172" y="400849"/>
                  <a:pt x="400849" y="433172"/>
                  <a:pt x="360976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543133" y="1370431"/>
            <a:ext cx="189513" cy="216586"/>
          </a:xfrm>
          <a:custGeom>
            <a:avLst/>
            <a:gdLst/>
            <a:ahLst/>
            <a:cxnLst/>
            <a:rect l="l" t="t" r="r" b="b"/>
            <a:pathLst>
              <a:path w="189513" h="216586">
                <a:moveTo>
                  <a:pt x="189513" y="87058"/>
                </a:moveTo>
                <a:cubicBezTo>
                  <a:pt x="183252" y="91203"/>
                  <a:pt x="176061" y="94545"/>
                  <a:pt x="168573" y="97210"/>
                </a:cubicBezTo>
                <a:cubicBezTo>
                  <a:pt x="148692" y="104317"/>
                  <a:pt x="122591" y="108293"/>
                  <a:pt x="94756" y="108293"/>
                </a:cubicBezTo>
                <a:cubicBezTo>
                  <a:pt x="66922" y="108293"/>
                  <a:pt x="40779" y="104274"/>
                  <a:pt x="20939" y="97210"/>
                </a:cubicBezTo>
                <a:cubicBezTo>
                  <a:pt x="13494" y="94545"/>
                  <a:pt x="6261" y="91203"/>
                  <a:pt x="0" y="87058"/>
                </a:cubicBezTo>
                <a:lnTo>
                  <a:pt x="0" y="121830"/>
                </a:lnTo>
                <a:cubicBezTo>
                  <a:pt x="0" y="140527"/>
                  <a:pt x="42429" y="155671"/>
                  <a:pt x="94756" y="155671"/>
                </a:cubicBezTo>
                <a:cubicBezTo>
                  <a:pt x="147084" y="155671"/>
                  <a:pt x="189513" y="140527"/>
                  <a:pt x="189513" y="121830"/>
                </a:cubicBezTo>
                <a:lnTo>
                  <a:pt x="189513" y="87058"/>
                </a:lnTo>
                <a:close/>
                <a:moveTo>
                  <a:pt x="189513" y="54147"/>
                </a:moveTo>
                <a:lnTo>
                  <a:pt x="189513" y="33842"/>
                </a:lnTo>
                <a:cubicBezTo>
                  <a:pt x="189513" y="15144"/>
                  <a:pt x="147084" y="0"/>
                  <a:pt x="94756" y="0"/>
                </a:cubicBezTo>
                <a:cubicBezTo>
                  <a:pt x="42429" y="0"/>
                  <a:pt x="0" y="15144"/>
                  <a:pt x="0" y="33842"/>
                </a:cubicBezTo>
                <a:lnTo>
                  <a:pt x="0" y="54147"/>
                </a:lnTo>
                <a:cubicBezTo>
                  <a:pt x="0" y="72844"/>
                  <a:pt x="42429" y="87988"/>
                  <a:pt x="94756" y="87988"/>
                </a:cubicBezTo>
                <a:cubicBezTo>
                  <a:pt x="147084" y="87988"/>
                  <a:pt x="189513" y="72844"/>
                  <a:pt x="189513" y="54147"/>
                </a:cubicBezTo>
                <a:close/>
                <a:moveTo>
                  <a:pt x="168573" y="164893"/>
                </a:moveTo>
                <a:cubicBezTo>
                  <a:pt x="148734" y="171958"/>
                  <a:pt x="122633" y="175976"/>
                  <a:pt x="94756" y="175976"/>
                </a:cubicBezTo>
                <a:cubicBezTo>
                  <a:pt x="66879" y="175976"/>
                  <a:pt x="40779" y="171958"/>
                  <a:pt x="20939" y="164893"/>
                </a:cubicBezTo>
                <a:cubicBezTo>
                  <a:pt x="13494" y="162228"/>
                  <a:pt x="6261" y="158886"/>
                  <a:pt x="0" y="154741"/>
                </a:cubicBezTo>
                <a:lnTo>
                  <a:pt x="0" y="182745"/>
                </a:lnTo>
                <a:cubicBezTo>
                  <a:pt x="0" y="201442"/>
                  <a:pt x="42429" y="216586"/>
                  <a:pt x="94756" y="216586"/>
                </a:cubicBezTo>
                <a:cubicBezTo>
                  <a:pt x="147084" y="216586"/>
                  <a:pt x="189513" y="201442"/>
                  <a:pt x="189513" y="182745"/>
                </a:cubicBezTo>
                <a:lnTo>
                  <a:pt x="189513" y="154741"/>
                </a:lnTo>
                <a:cubicBezTo>
                  <a:pt x="183252" y="158886"/>
                  <a:pt x="176061" y="162228"/>
                  <a:pt x="168573" y="164893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6" name="Text 34"/>
          <p:cNvSpPr/>
          <p:nvPr/>
        </p:nvSpPr>
        <p:spPr>
          <a:xfrm>
            <a:off x="6962674" y="1334315"/>
            <a:ext cx="1407811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数据支撑体系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1287" y="1839670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8" name="Shape 36"/>
          <p:cNvSpPr/>
          <p:nvPr/>
        </p:nvSpPr>
        <p:spPr>
          <a:xfrm>
            <a:off x="6520556" y="1947928"/>
            <a:ext cx="162440" cy="144391"/>
          </a:xfrm>
          <a:custGeom>
            <a:avLst/>
            <a:gdLst/>
            <a:ahLst/>
            <a:cxnLst/>
            <a:rect l="l" t="t" r="r" b="b"/>
            <a:pathLst>
              <a:path w="162440" h="144391">
                <a:moveTo>
                  <a:pt x="81220" y="18049"/>
                </a:moveTo>
                <a:cubicBezTo>
                  <a:pt x="111113" y="18049"/>
                  <a:pt x="135366" y="42302"/>
                  <a:pt x="135366" y="72195"/>
                </a:cubicBezTo>
                <a:cubicBezTo>
                  <a:pt x="135366" y="102089"/>
                  <a:pt x="111113" y="126342"/>
                  <a:pt x="81220" y="126342"/>
                </a:cubicBezTo>
                <a:cubicBezTo>
                  <a:pt x="62833" y="126342"/>
                  <a:pt x="46560" y="117177"/>
                  <a:pt x="36775" y="103132"/>
                </a:cubicBezTo>
                <a:cubicBezTo>
                  <a:pt x="33926" y="99043"/>
                  <a:pt x="28286" y="98056"/>
                  <a:pt x="24197" y="100904"/>
                </a:cubicBezTo>
                <a:cubicBezTo>
                  <a:pt x="20108" y="103753"/>
                  <a:pt x="19121" y="109393"/>
                  <a:pt x="21969" y="113482"/>
                </a:cubicBezTo>
                <a:cubicBezTo>
                  <a:pt x="34998" y="132151"/>
                  <a:pt x="56685" y="144391"/>
                  <a:pt x="81220" y="144391"/>
                </a:cubicBezTo>
                <a:cubicBezTo>
                  <a:pt x="121097" y="144391"/>
                  <a:pt x="153415" y="112072"/>
                  <a:pt x="153415" y="72195"/>
                </a:cubicBezTo>
                <a:cubicBezTo>
                  <a:pt x="153415" y="32319"/>
                  <a:pt x="121097" y="0"/>
                  <a:pt x="81220" y="0"/>
                </a:cubicBezTo>
                <a:cubicBezTo>
                  <a:pt x="57051" y="0"/>
                  <a:pt x="35675" y="11873"/>
                  <a:pt x="22561" y="30091"/>
                </a:cubicBezTo>
                <a:lnTo>
                  <a:pt x="22561" y="22561"/>
                </a:lnTo>
                <a:cubicBezTo>
                  <a:pt x="22561" y="17569"/>
                  <a:pt x="18528" y="13537"/>
                  <a:pt x="13537" y="13537"/>
                </a:cubicBezTo>
                <a:cubicBezTo>
                  <a:pt x="8545" y="13537"/>
                  <a:pt x="4512" y="17569"/>
                  <a:pt x="4512" y="22561"/>
                </a:cubicBezTo>
                <a:lnTo>
                  <a:pt x="4512" y="54147"/>
                </a:lnTo>
                <a:cubicBezTo>
                  <a:pt x="4512" y="59138"/>
                  <a:pt x="8545" y="63171"/>
                  <a:pt x="13537" y="63171"/>
                </a:cubicBezTo>
                <a:lnTo>
                  <a:pt x="20474" y="63171"/>
                </a:lnTo>
                <a:cubicBezTo>
                  <a:pt x="20615" y="63171"/>
                  <a:pt x="20756" y="63171"/>
                  <a:pt x="20897" y="63171"/>
                </a:cubicBezTo>
                <a:lnTo>
                  <a:pt x="45150" y="63171"/>
                </a:lnTo>
                <a:cubicBezTo>
                  <a:pt x="50142" y="63171"/>
                  <a:pt x="54175" y="59138"/>
                  <a:pt x="54175" y="54147"/>
                </a:cubicBezTo>
                <a:cubicBezTo>
                  <a:pt x="54175" y="49155"/>
                  <a:pt x="50142" y="45122"/>
                  <a:pt x="45150" y="45122"/>
                </a:cubicBezTo>
                <a:lnTo>
                  <a:pt x="34349" y="45122"/>
                </a:lnTo>
                <a:cubicBezTo>
                  <a:pt x="43684" y="28935"/>
                  <a:pt x="61197" y="18049"/>
                  <a:pt x="81220" y="18049"/>
                </a:cubicBezTo>
                <a:close/>
                <a:moveTo>
                  <a:pt x="87988" y="42866"/>
                </a:moveTo>
                <a:cubicBezTo>
                  <a:pt x="87988" y="39115"/>
                  <a:pt x="84971" y="36098"/>
                  <a:pt x="81220" y="36098"/>
                </a:cubicBezTo>
                <a:cubicBezTo>
                  <a:pt x="77469" y="36098"/>
                  <a:pt x="74452" y="39115"/>
                  <a:pt x="74452" y="42866"/>
                </a:cubicBezTo>
                <a:lnTo>
                  <a:pt x="74452" y="72195"/>
                </a:lnTo>
                <a:cubicBezTo>
                  <a:pt x="74452" y="74000"/>
                  <a:pt x="75157" y="75721"/>
                  <a:pt x="76426" y="76990"/>
                </a:cubicBezTo>
                <a:lnTo>
                  <a:pt x="96731" y="97295"/>
                </a:lnTo>
                <a:cubicBezTo>
                  <a:pt x="99381" y="99946"/>
                  <a:pt x="103668" y="99946"/>
                  <a:pt x="106291" y="97295"/>
                </a:cubicBezTo>
                <a:cubicBezTo>
                  <a:pt x="108914" y="94644"/>
                  <a:pt x="108942" y="90357"/>
                  <a:pt x="106291" y="87734"/>
                </a:cubicBezTo>
                <a:lnTo>
                  <a:pt x="87960" y="69403"/>
                </a:lnTo>
                <a:lnTo>
                  <a:pt x="87960" y="4286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6890526" y="1839670"/>
            <a:ext cx="2725377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识别记录查询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90526" y="2092226"/>
            <a:ext cx="2716352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历史识别数据随时查看，支持多维度筛选与导出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1287" y="2417092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2" name="Shape 40"/>
          <p:cNvSpPr/>
          <p:nvPr/>
        </p:nvSpPr>
        <p:spPr>
          <a:xfrm>
            <a:off x="6520556" y="2525350"/>
            <a:ext cx="162440" cy="144391"/>
          </a:xfrm>
          <a:custGeom>
            <a:avLst/>
            <a:gdLst/>
            <a:ahLst/>
            <a:cxnLst/>
            <a:rect l="l" t="t" r="r" b="b"/>
            <a:pathLst>
              <a:path w="162440" h="144391">
                <a:moveTo>
                  <a:pt x="144504" y="67683"/>
                </a:moveTo>
                <a:lnTo>
                  <a:pt x="94869" y="67683"/>
                </a:lnTo>
                <a:cubicBezTo>
                  <a:pt x="89878" y="67683"/>
                  <a:pt x="85845" y="63650"/>
                  <a:pt x="85845" y="58659"/>
                </a:cubicBezTo>
                <a:lnTo>
                  <a:pt x="85845" y="9024"/>
                </a:lnTo>
                <a:cubicBezTo>
                  <a:pt x="85845" y="4033"/>
                  <a:pt x="89906" y="-56"/>
                  <a:pt x="94841" y="592"/>
                </a:cubicBezTo>
                <a:cubicBezTo>
                  <a:pt x="125017" y="4597"/>
                  <a:pt x="148931" y="28512"/>
                  <a:pt x="152936" y="58687"/>
                </a:cubicBezTo>
                <a:cubicBezTo>
                  <a:pt x="153584" y="63622"/>
                  <a:pt x="149495" y="67683"/>
                  <a:pt x="144504" y="67683"/>
                </a:cubicBezTo>
                <a:close/>
                <a:moveTo>
                  <a:pt x="62776" y="10491"/>
                </a:moveTo>
                <a:cubicBezTo>
                  <a:pt x="67881" y="9419"/>
                  <a:pt x="72308" y="13593"/>
                  <a:pt x="72308" y="18810"/>
                </a:cubicBezTo>
                <a:lnTo>
                  <a:pt x="72308" y="74452"/>
                </a:lnTo>
                <a:cubicBezTo>
                  <a:pt x="72308" y="76031"/>
                  <a:pt x="72872" y="77554"/>
                  <a:pt x="73859" y="78766"/>
                </a:cubicBezTo>
                <a:lnTo>
                  <a:pt x="111113" y="123719"/>
                </a:lnTo>
                <a:cubicBezTo>
                  <a:pt x="114413" y="127696"/>
                  <a:pt x="113708" y="133703"/>
                  <a:pt x="109167" y="136156"/>
                </a:cubicBezTo>
                <a:cubicBezTo>
                  <a:pt x="99551" y="141401"/>
                  <a:pt x="88524" y="144391"/>
                  <a:pt x="76820" y="144391"/>
                </a:cubicBezTo>
                <a:cubicBezTo>
                  <a:pt x="39454" y="144391"/>
                  <a:pt x="9137" y="114074"/>
                  <a:pt x="9137" y="76708"/>
                </a:cubicBezTo>
                <a:cubicBezTo>
                  <a:pt x="9137" y="44135"/>
                  <a:pt x="32121" y="16949"/>
                  <a:pt x="62776" y="10491"/>
                </a:cubicBezTo>
                <a:close/>
                <a:moveTo>
                  <a:pt x="134746" y="81220"/>
                </a:moveTo>
                <a:lnTo>
                  <a:pt x="152795" y="81220"/>
                </a:lnTo>
                <a:cubicBezTo>
                  <a:pt x="158012" y="81220"/>
                  <a:pt x="162186" y="85647"/>
                  <a:pt x="161114" y="90752"/>
                </a:cubicBezTo>
                <a:cubicBezTo>
                  <a:pt x="158238" y="104401"/>
                  <a:pt x="151244" y="116528"/>
                  <a:pt x="141486" y="125778"/>
                </a:cubicBezTo>
                <a:cubicBezTo>
                  <a:pt x="138017" y="129077"/>
                  <a:pt x="132574" y="128372"/>
                  <a:pt x="129529" y="124678"/>
                </a:cubicBezTo>
                <a:lnTo>
                  <a:pt x="105727" y="95997"/>
                </a:lnTo>
                <a:cubicBezTo>
                  <a:pt x="100848" y="90103"/>
                  <a:pt x="105050" y="81220"/>
                  <a:pt x="112664" y="81220"/>
                </a:cubicBezTo>
                <a:lnTo>
                  <a:pt x="134718" y="8122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6890526" y="2417092"/>
            <a:ext cx="2517815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区域统计分析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90526" y="2669648"/>
            <a:ext cx="2508791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合作社/管理部门可查看区域病害分布与趋势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21287" y="2994514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6" name="Shape 44"/>
          <p:cNvSpPr/>
          <p:nvPr/>
        </p:nvSpPr>
        <p:spPr>
          <a:xfrm>
            <a:off x="6529580" y="3102772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35395" y="54147"/>
                </a:moveTo>
                <a:lnTo>
                  <a:pt x="137623" y="54147"/>
                </a:lnTo>
                <a:cubicBezTo>
                  <a:pt x="141373" y="54147"/>
                  <a:pt x="144391" y="51129"/>
                  <a:pt x="144391" y="47378"/>
                </a:cubicBezTo>
                <a:lnTo>
                  <a:pt x="144391" y="6768"/>
                </a:lnTo>
                <a:cubicBezTo>
                  <a:pt x="144391" y="4033"/>
                  <a:pt x="142755" y="1551"/>
                  <a:pt x="140217" y="508"/>
                </a:cubicBezTo>
                <a:cubicBezTo>
                  <a:pt x="137679" y="-536"/>
                  <a:pt x="134774" y="56"/>
                  <a:pt x="132828" y="1974"/>
                </a:cubicBezTo>
                <a:lnTo>
                  <a:pt x="118248" y="16582"/>
                </a:lnTo>
                <a:cubicBezTo>
                  <a:pt x="105755" y="6232"/>
                  <a:pt x="89680" y="0"/>
                  <a:pt x="72195" y="0"/>
                </a:cubicBezTo>
                <a:cubicBezTo>
                  <a:pt x="35816" y="0"/>
                  <a:pt x="5725" y="26904"/>
                  <a:pt x="733" y="61902"/>
                </a:cubicBezTo>
                <a:cubicBezTo>
                  <a:pt x="28" y="66837"/>
                  <a:pt x="3441" y="71406"/>
                  <a:pt x="8376" y="72111"/>
                </a:cubicBezTo>
                <a:cubicBezTo>
                  <a:pt x="13311" y="72816"/>
                  <a:pt x="17880" y="69375"/>
                  <a:pt x="18585" y="64468"/>
                </a:cubicBezTo>
                <a:cubicBezTo>
                  <a:pt x="22335" y="38213"/>
                  <a:pt x="44925" y="18049"/>
                  <a:pt x="72195" y="18049"/>
                </a:cubicBezTo>
                <a:cubicBezTo>
                  <a:pt x="84717" y="18049"/>
                  <a:pt x="96223" y="22279"/>
                  <a:pt x="105388" y="29414"/>
                </a:cubicBezTo>
                <a:lnTo>
                  <a:pt x="92218" y="42584"/>
                </a:lnTo>
                <a:cubicBezTo>
                  <a:pt x="90272" y="44530"/>
                  <a:pt x="89708" y="47435"/>
                  <a:pt x="90752" y="49973"/>
                </a:cubicBezTo>
                <a:cubicBezTo>
                  <a:pt x="91795" y="52511"/>
                  <a:pt x="94277" y="54147"/>
                  <a:pt x="97013" y="54147"/>
                </a:cubicBezTo>
                <a:lnTo>
                  <a:pt x="135395" y="54147"/>
                </a:lnTo>
                <a:close/>
                <a:moveTo>
                  <a:pt x="143686" y="82489"/>
                </a:moveTo>
                <a:cubicBezTo>
                  <a:pt x="144391" y="77554"/>
                  <a:pt x="140950" y="72985"/>
                  <a:pt x="136043" y="72280"/>
                </a:cubicBezTo>
                <a:cubicBezTo>
                  <a:pt x="131136" y="71575"/>
                  <a:pt x="126539" y="75016"/>
                  <a:pt x="125834" y="79923"/>
                </a:cubicBezTo>
                <a:cubicBezTo>
                  <a:pt x="122084" y="106150"/>
                  <a:pt x="99494" y="126314"/>
                  <a:pt x="72224" y="126314"/>
                </a:cubicBezTo>
                <a:cubicBezTo>
                  <a:pt x="59702" y="126314"/>
                  <a:pt x="48196" y="122084"/>
                  <a:pt x="39031" y="114949"/>
                </a:cubicBezTo>
                <a:lnTo>
                  <a:pt x="52172" y="101807"/>
                </a:lnTo>
                <a:cubicBezTo>
                  <a:pt x="54118" y="99861"/>
                  <a:pt x="54682" y="96956"/>
                  <a:pt x="53639" y="94418"/>
                </a:cubicBezTo>
                <a:cubicBezTo>
                  <a:pt x="52595" y="91880"/>
                  <a:pt x="50114" y="90244"/>
                  <a:pt x="47378" y="90244"/>
                </a:cubicBezTo>
                <a:lnTo>
                  <a:pt x="6768" y="90244"/>
                </a:lnTo>
                <a:cubicBezTo>
                  <a:pt x="3018" y="90244"/>
                  <a:pt x="0" y="93262"/>
                  <a:pt x="0" y="97013"/>
                </a:cubicBezTo>
                <a:lnTo>
                  <a:pt x="0" y="137623"/>
                </a:lnTo>
                <a:cubicBezTo>
                  <a:pt x="0" y="140358"/>
                  <a:pt x="1636" y="142840"/>
                  <a:pt x="4174" y="143883"/>
                </a:cubicBezTo>
                <a:cubicBezTo>
                  <a:pt x="6712" y="144927"/>
                  <a:pt x="9617" y="144334"/>
                  <a:pt x="11563" y="142417"/>
                </a:cubicBezTo>
                <a:lnTo>
                  <a:pt x="26171" y="127808"/>
                </a:lnTo>
                <a:cubicBezTo>
                  <a:pt x="38636" y="138158"/>
                  <a:pt x="54711" y="144391"/>
                  <a:pt x="72195" y="144391"/>
                </a:cubicBezTo>
                <a:cubicBezTo>
                  <a:pt x="108575" y="144391"/>
                  <a:pt x="138666" y="117487"/>
                  <a:pt x="143658" y="8248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6890526" y="2994514"/>
            <a:ext cx="2220009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实时数据同步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90526" y="3247071"/>
            <a:ext cx="2210984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多终端数据实时同步，确保信息一致性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04764" y="3824572"/>
            <a:ext cx="5631242" cy="3032207"/>
          </a:xfrm>
          <a:custGeom>
            <a:avLst/>
            <a:gdLst/>
            <a:ahLst/>
            <a:cxnLst/>
            <a:rect l="l" t="t" r="r" b="b"/>
            <a:pathLst>
              <a:path w="5631242" h="3032207">
                <a:moveTo>
                  <a:pt x="108280" y="0"/>
                </a:moveTo>
                <a:lnTo>
                  <a:pt x="5522962" y="0"/>
                </a:lnTo>
                <a:cubicBezTo>
                  <a:pt x="5582763" y="0"/>
                  <a:pt x="5631242" y="48479"/>
                  <a:pt x="5631242" y="108280"/>
                </a:cubicBezTo>
                <a:lnTo>
                  <a:pt x="5631242" y="2923927"/>
                </a:lnTo>
                <a:cubicBezTo>
                  <a:pt x="5631242" y="2983729"/>
                  <a:pt x="5582763" y="3032207"/>
                  <a:pt x="5522962" y="3032207"/>
                </a:cubicBezTo>
                <a:lnTo>
                  <a:pt x="108280" y="3032207"/>
                </a:lnTo>
                <a:cubicBezTo>
                  <a:pt x="48479" y="3032207"/>
                  <a:pt x="0" y="2983729"/>
                  <a:pt x="0" y="2923927"/>
                </a:cubicBezTo>
                <a:lnTo>
                  <a:pt x="0" y="108280"/>
                </a:lnTo>
                <a:cubicBezTo>
                  <a:pt x="0" y="48519"/>
                  <a:pt x="48519" y="0"/>
                  <a:pt x="108280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/>
              </a:gs>
              <a:gs pos="100000">
                <a:srgbClr val="1B5E20"/>
              </a:gs>
            </a:gsLst>
            <a:lin ang="2700000" scaled="1"/>
          </a:gradFill>
          <a:effectLst>
            <a:outerShdw blurRad="135366" dist="902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66409" y="4077128"/>
            <a:ext cx="135366" cy="180489"/>
          </a:xfrm>
          <a:custGeom>
            <a:avLst/>
            <a:gdLst/>
            <a:ahLst/>
            <a:cxnLst/>
            <a:rect l="l" t="t" r="r" b="b"/>
            <a:pathLst>
              <a:path w="135366" h="180489">
                <a:moveTo>
                  <a:pt x="5640" y="22561"/>
                </a:moveTo>
                <a:cubicBezTo>
                  <a:pt x="5640" y="10117"/>
                  <a:pt x="15757" y="0"/>
                  <a:pt x="28201" y="0"/>
                </a:cubicBezTo>
                <a:lnTo>
                  <a:pt x="107165" y="0"/>
                </a:lnTo>
                <a:cubicBezTo>
                  <a:pt x="119609" y="0"/>
                  <a:pt x="129726" y="10117"/>
                  <a:pt x="129726" y="22561"/>
                </a:cubicBezTo>
                <a:lnTo>
                  <a:pt x="129726" y="157927"/>
                </a:lnTo>
                <a:cubicBezTo>
                  <a:pt x="129726" y="170371"/>
                  <a:pt x="119609" y="180489"/>
                  <a:pt x="107165" y="180489"/>
                </a:cubicBezTo>
                <a:lnTo>
                  <a:pt x="28201" y="180489"/>
                </a:lnTo>
                <a:cubicBezTo>
                  <a:pt x="15757" y="180489"/>
                  <a:pt x="5640" y="170371"/>
                  <a:pt x="5640" y="157927"/>
                </a:cubicBezTo>
                <a:lnTo>
                  <a:pt x="5640" y="22561"/>
                </a:lnTo>
                <a:close/>
                <a:moveTo>
                  <a:pt x="28201" y="22561"/>
                </a:moveTo>
                <a:lnTo>
                  <a:pt x="28201" y="129726"/>
                </a:lnTo>
                <a:lnTo>
                  <a:pt x="107165" y="129726"/>
                </a:lnTo>
                <a:lnTo>
                  <a:pt x="107165" y="22561"/>
                </a:lnTo>
                <a:lnTo>
                  <a:pt x="28201" y="22561"/>
                </a:lnTo>
                <a:close/>
                <a:moveTo>
                  <a:pt x="67683" y="166388"/>
                </a:moveTo>
                <a:cubicBezTo>
                  <a:pt x="73923" y="166388"/>
                  <a:pt x="78964" y="161347"/>
                  <a:pt x="78964" y="155107"/>
                </a:cubicBezTo>
                <a:cubicBezTo>
                  <a:pt x="78964" y="148868"/>
                  <a:pt x="73923" y="143827"/>
                  <a:pt x="67683" y="143827"/>
                </a:cubicBezTo>
                <a:cubicBezTo>
                  <a:pt x="61444" y="143827"/>
                  <a:pt x="56403" y="148868"/>
                  <a:pt x="56403" y="155107"/>
                </a:cubicBezTo>
                <a:cubicBezTo>
                  <a:pt x="56403" y="161347"/>
                  <a:pt x="61444" y="166388"/>
                  <a:pt x="67683" y="1663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6646898" y="4041097"/>
            <a:ext cx="5062703" cy="252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多终端适配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1287" y="4438105"/>
            <a:ext cx="5270265" cy="469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采用跨终端适配技术，无需额外开发即可实现电脑、手机等多设备无缝切换，数据实时同步。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21287" y="5051564"/>
            <a:ext cx="2544888" cy="740003"/>
          </a:xfrm>
          <a:custGeom>
            <a:avLst/>
            <a:gdLst/>
            <a:ahLst/>
            <a:cxnLst/>
            <a:rect l="l" t="t" r="r" b="b"/>
            <a:pathLst>
              <a:path w="2544888" h="740003">
                <a:moveTo>
                  <a:pt x="72195" y="0"/>
                </a:moveTo>
                <a:lnTo>
                  <a:pt x="2472694" y="0"/>
                </a:lnTo>
                <a:cubicBezTo>
                  <a:pt x="2512566" y="0"/>
                  <a:pt x="2544888" y="32323"/>
                  <a:pt x="2544888" y="72195"/>
                </a:cubicBezTo>
                <a:lnTo>
                  <a:pt x="2544888" y="667808"/>
                </a:lnTo>
                <a:cubicBezTo>
                  <a:pt x="2544888" y="707680"/>
                  <a:pt x="2512566" y="740003"/>
                  <a:pt x="2472694" y="740003"/>
                </a:cubicBezTo>
                <a:lnTo>
                  <a:pt x="72195" y="740003"/>
                </a:lnTo>
                <a:cubicBezTo>
                  <a:pt x="32349" y="740003"/>
                  <a:pt x="0" y="707654"/>
                  <a:pt x="0" y="667808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7559665" y="5159826"/>
            <a:ext cx="270733" cy="270733"/>
          </a:xfrm>
          <a:custGeom>
            <a:avLst/>
            <a:gdLst/>
            <a:ahLst/>
            <a:cxnLst/>
            <a:rect l="l" t="t" r="r" b="b"/>
            <a:pathLst>
              <a:path w="270733" h="270733">
                <a:moveTo>
                  <a:pt x="33842" y="16921"/>
                </a:moveTo>
                <a:cubicBezTo>
                  <a:pt x="15176" y="16921"/>
                  <a:pt x="0" y="32097"/>
                  <a:pt x="0" y="50762"/>
                </a:cubicBezTo>
                <a:lnTo>
                  <a:pt x="0" y="186129"/>
                </a:lnTo>
                <a:cubicBezTo>
                  <a:pt x="0" y="204795"/>
                  <a:pt x="15176" y="219970"/>
                  <a:pt x="33842" y="219970"/>
                </a:cubicBezTo>
                <a:lnTo>
                  <a:pt x="109985" y="219970"/>
                </a:lnTo>
                <a:lnTo>
                  <a:pt x="101525" y="245352"/>
                </a:lnTo>
                <a:lnTo>
                  <a:pt x="63453" y="245352"/>
                </a:lnTo>
                <a:cubicBezTo>
                  <a:pt x="56420" y="245352"/>
                  <a:pt x="50762" y="251009"/>
                  <a:pt x="50762" y="258042"/>
                </a:cubicBezTo>
                <a:cubicBezTo>
                  <a:pt x="50762" y="265075"/>
                  <a:pt x="56420" y="270733"/>
                  <a:pt x="63453" y="270733"/>
                </a:cubicBezTo>
                <a:lnTo>
                  <a:pt x="207280" y="270733"/>
                </a:lnTo>
                <a:cubicBezTo>
                  <a:pt x="214313" y="270733"/>
                  <a:pt x="219970" y="265075"/>
                  <a:pt x="219970" y="258042"/>
                </a:cubicBezTo>
                <a:cubicBezTo>
                  <a:pt x="219970" y="251009"/>
                  <a:pt x="214313" y="245352"/>
                  <a:pt x="207280" y="245352"/>
                </a:cubicBezTo>
                <a:lnTo>
                  <a:pt x="169208" y="245352"/>
                </a:lnTo>
                <a:lnTo>
                  <a:pt x="160748" y="219970"/>
                </a:lnTo>
                <a:lnTo>
                  <a:pt x="236891" y="219970"/>
                </a:lnTo>
                <a:cubicBezTo>
                  <a:pt x="255557" y="219970"/>
                  <a:pt x="270733" y="204795"/>
                  <a:pt x="270733" y="186129"/>
                </a:cubicBezTo>
                <a:lnTo>
                  <a:pt x="270733" y="50762"/>
                </a:lnTo>
                <a:cubicBezTo>
                  <a:pt x="270733" y="32097"/>
                  <a:pt x="255557" y="16921"/>
                  <a:pt x="236891" y="16921"/>
                </a:cubicBezTo>
                <a:lnTo>
                  <a:pt x="33842" y="16921"/>
                </a:lnTo>
                <a:close/>
                <a:moveTo>
                  <a:pt x="50762" y="50762"/>
                </a:moveTo>
                <a:lnTo>
                  <a:pt x="219970" y="50762"/>
                </a:lnTo>
                <a:cubicBezTo>
                  <a:pt x="229330" y="50762"/>
                  <a:pt x="236891" y="58324"/>
                  <a:pt x="236891" y="67683"/>
                </a:cubicBezTo>
                <a:lnTo>
                  <a:pt x="236891" y="152287"/>
                </a:lnTo>
                <a:cubicBezTo>
                  <a:pt x="236891" y="161647"/>
                  <a:pt x="229330" y="169208"/>
                  <a:pt x="219970" y="169208"/>
                </a:cubicBezTo>
                <a:lnTo>
                  <a:pt x="50762" y="169208"/>
                </a:lnTo>
                <a:cubicBezTo>
                  <a:pt x="41403" y="169208"/>
                  <a:pt x="33842" y="161647"/>
                  <a:pt x="33842" y="152287"/>
                </a:cubicBezTo>
                <a:lnTo>
                  <a:pt x="33842" y="67683"/>
                </a:lnTo>
                <a:cubicBezTo>
                  <a:pt x="33842" y="58324"/>
                  <a:pt x="41403" y="50762"/>
                  <a:pt x="50762" y="5076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6497963" y="5502706"/>
            <a:ext cx="2391473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电脑端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526" y="5051564"/>
            <a:ext cx="2544888" cy="740003"/>
          </a:xfrm>
          <a:custGeom>
            <a:avLst/>
            <a:gdLst/>
            <a:ahLst/>
            <a:cxnLst/>
            <a:rect l="l" t="t" r="r" b="b"/>
            <a:pathLst>
              <a:path w="2544888" h="740003">
                <a:moveTo>
                  <a:pt x="72195" y="0"/>
                </a:moveTo>
                <a:lnTo>
                  <a:pt x="2472694" y="0"/>
                </a:lnTo>
                <a:cubicBezTo>
                  <a:pt x="2512566" y="0"/>
                  <a:pt x="2544888" y="32323"/>
                  <a:pt x="2544888" y="72195"/>
                </a:cubicBezTo>
                <a:lnTo>
                  <a:pt x="2544888" y="667808"/>
                </a:lnTo>
                <a:cubicBezTo>
                  <a:pt x="2544888" y="707680"/>
                  <a:pt x="2512566" y="740003"/>
                  <a:pt x="2472694" y="740003"/>
                </a:cubicBezTo>
                <a:lnTo>
                  <a:pt x="72195" y="740003"/>
                </a:lnTo>
                <a:cubicBezTo>
                  <a:pt x="32349" y="740003"/>
                  <a:pt x="0" y="707654"/>
                  <a:pt x="0" y="667808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0244745" y="5159826"/>
            <a:ext cx="203050" cy="270733"/>
          </a:xfrm>
          <a:custGeom>
            <a:avLst/>
            <a:gdLst/>
            <a:ahLst/>
            <a:cxnLst/>
            <a:rect l="l" t="t" r="r" b="b"/>
            <a:pathLst>
              <a:path w="203050" h="270733">
                <a:moveTo>
                  <a:pt x="8460" y="33842"/>
                </a:moveTo>
                <a:cubicBezTo>
                  <a:pt x="8460" y="15176"/>
                  <a:pt x="23636" y="0"/>
                  <a:pt x="42302" y="0"/>
                </a:cubicBezTo>
                <a:lnTo>
                  <a:pt x="160748" y="0"/>
                </a:lnTo>
                <a:cubicBezTo>
                  <a:pt x="179413" y="0"/>
                  <a:pt x="194589" y="15176"/>
                  <a:pt x="194589" y="33842"/>
                </a:cubicBezTo>
                <a:lnTo>
                  <a:pt x="194589" y="236891"/>
                </a:lnTo>
                <a:cubicBezTo>
                  <a:pt x="194589" y="255557"/>
                  <a:pt x="179413" y="270733"/>
                  <a:pt x="160748" y="270733"/>
                </a:cubicBezTo>
                <a:lnTo>
                  <a:pt x="42302" y="270733"/>
                </a:lnTo>
                <a:cubicBezTo>
                  <a:pt x="23636" y="270733"/>
                  <a:pt x="8460" y="255557"/>
                  <a:pt x="8460" y="236891"/>
                </a:cubicBezTo>
                <a:lnTo>
                  <a:pt x="8460" y="33842"/>
                </a:lnTo>
                <a:close/>
                <a:moveTo>
                  <a:pt x="42302" y="33842"/>
                </a:moveTo>
                <a:lnTo>
                  <a:pt x="42302" y="194589"/>
                </a:lnTo>
                <a:lnTo>
                  <a:pt x="160748" y="194589"/>
                </a:lnTo>
                <a:lnTo>
                  <a:pt x="160748" y="33842"/>
                </a:lnTo>
                <a:lnTo>
                  <a:pt x="42302" y="33842"/>
                </a:lnTo>
                <a:close/>
                <a:moveTo>
                  <a:pt x="101525" y="249582"/>
                </a:moveTo>
                <a:cubicBezTo>
                  <a:pt x="110884" y="249582"/>
                  <a:pt x="118446" y="242020"/>
                  <a:pt x="118446" y="232661"/>
                </a:cubicBezTo>
                <a:cubicBezTo>
                  <a:pt x="118446" y="223302"/>
                  <a:pt x="110884" y="215740"/>
                  <a:pt x="101525" y="215740"/>
                </a:cubicBezTo>
                <a:cubicBezTo>
                  <a:pt x="92165" y="215740"/>
                  <a:pt x="84604" y="223302"/>
                  <a:pt x="84604" y="232661"/>
                </a:cubicBezTo>
                <a:cubicBezTo>
                  <a:pt x="84604" y="242020"/>
                  <a:pt x="92165" y="249582"/>
                  <a:pt x="101525" y="24958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9149202" y="5502706"/>
            <a:ext cx="2391473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手机端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21287" y="5899719"/>
            <a:ext cx="2544888" cy="740003"/>
          </a:xfrm>
          <a:custGeom>
            <a:avLst/>
            <a:gdLst/>
            <a:ahLst/>
            <a:cxnLst/>
            <a:rect l="l" t="t" r="r" b="b"/>
            <a:pathLst>
              <a:path w="2544888" h="740003">
                <a:moveTo>
                  <a:pt x="72195" y="0"/>
                </a:moveTo>
                <a:lnTo>
                  <a:pt x="2472694" y="0"/>
                </a:lnTo>
                <a:cubicBezTo>
                  <a:pt x="2512566" y="0"/>
                  <a:pt x="2544888" y="32323"/>
                  <a:pt x="2544888" y="72195"/>
                </a:cubicBezTo>
                <a:lnTo>
                  <a:pt x="2544888" y="667808"/>
                </a:lnTo>
                <a:cubicBezTo>
                  <a:pt x="2544888" y="707680"/>
                  <a:pt x="2512566" y="740003"/>
                  <a:pt x="2472694" y="740003"/>
                </a:cubicBezTo>
                <a:lnTo>
                  <a:pt x="72195" y="740003"/>
                </a:lnTo>
                <a:cubicBezTo>
                  <a:pt x="32349" y="740003"/>
                  <a:pt x="0" y="707654"/>
                  <a:pt x="0" y="667808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7576586" y="6007981"/>
            <a:ext cx="236891" cy="270733"/>
          </a:xfrm>
          <a:custGeom>
            <a:avLst/>
            <a:gdLst/>
            <a:ahLst/>
            <a:cxnLst/>
            <a:rect l="l" t="t" r="r" b="b"/>
            <a:pathLst>
              <a:path w="236891" h="270733">
                <a:moveTo>
                  <a:pt x="0" y="33842"/>
                </a:moveTo>
                <a:cubicBezTo>
                  <a:pt x="0" y="15176"/>
                  <a:pt x="15176" y="0"/>
                  <a:pt x="33842" y="0"/>
                </a:cubicBezTo>
                <a:lnTo>
                  <a:pt x="203050" y="0"/>
                </a:lnTo>
                <a:cubicBezTo>
                  <a:pt x="221715" y="0"/>
                  <a:pt x="236891" y="15176"/>
                  <a:pt x="236891" y="33842"/>
                </a:cubicBezTo>
                <a:lnTo>
                  <a:pt x="236891" y="236891"/>
                </a:lnTo>
                <a:cubicBezTo>
                  <a:pt x="236891" y="255557"/>
                  <a:pt x="221715" y="270733"/>
                  <a:pt x="203050" y="270733"/>
                </a:cubicBezTo>
                <a:lnTo>
                  <a:pt x="33842" y="270733"/>
                </a:lnTo>
                <a:cubicBezTo>
                  <a:pt x="15176" y="270733"/>
                  <a:pt x="0" y="255557"/>
                  <a:pt x="0" y="236891"/>
                </a:cubicBezTo>
                <a:lnTo>
                  <a:pt x="0" y="33842"/>
                </a:lnTo>
                <a:close/>
                <a:moveTo>
                  <a:pt x="135366" y="228431"/>
                </a:moveTo>
                <a:cubicBezTo>
                  <a:pt x="135366" y="219092"/>
                  <a:pt x="127784" y="211510"/>
                  <a:pt x="118446" y="211510"/>
                </a:cubicBezTo>
                <a:cubicBezTo>
                  <a:pt x="109107" y="211510"/>
                  <a:pt x="101525" y="219092"/>
                  <a:pt x="101525" y="228431"/>
                </a:cubicBezTo>
                <a:cubicBezTo>
                  <a:pt x="101525" y="237770"/>
                  <a:pt x="109107" y="245352"/>
                  <a:pt x="118446" y="245352"/>
                </a:cubicBezTo>
                <a:cubicBezTo>
                  <a:pt x="127784" y="245352"/>
                  <a:pt x="135366" y="237770"/>
                  <a:pt x="135366" y="228431"/>
                </a:cubicBezTo>
                <a:close/>
                <a:moveTo>
                  <a:pt x="203050" y="33842"/>
                </a:moveTo>
                <a:lnTo>
                  <a:pt x="33842" y="33842"/>
                </a:lnTo>
                <a:lnTo>
                  <a:pt x="33842" y="186129"/>
                </a:lnTo>
                <a:lnTo>
                  <a:pt x="203050" y="186129"/>
                </a:lnTo>
                <a:lnTo>
                  <a:pt x="203050" y="3384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6497963" y="6350861"/>
            <a:ext cx="2391473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平板端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72526" y="5899719"/>
            <a:ext cx="2544888" cy="740003"/>
          </a:xfrm>
          <a:custGeom>
            <a:avLst/>
            <a:gdLst/>
            <a:ahLst/>
            <a:cxnLst/>
            <a:rect l="l" t="t" r="r" b="b"/>
            <a:pathLst>
              <a:path w="2544888" h="740003">
                <a:moveTo>
                  <a:pt x="72195" y="0"/>
                </a:moveTo>
                <a:lnTo>
                  <a:pt x="2472694" y="0"/>
                </a:lnTo>
                <a:cubicBezTo>
                  <a:pt x="2512566" y="0"/>
                  <a:pt x="2544888" y="32323"/>
                  <a:pt x="2544888" y="72195"/>
                </a:cubicBezTo>
                <a:lnTo>
                  <a:pt x="2544888" y="667808"/>
                </a:lnTo>
                <a:cubicBezTo>
                  <a:pt x="2544888" y="707680"/>
                  <a:pt x="2512566" y="740003"/>
                  <a:pt x="2472694" y="740003"/>
                </a:cubicBezTo>
                <a:lnTo>
                  <a:pt x="72195" y="740003"/>
                </a:lnTo>
                <a:cubicBezTo>
                  <a:pt x="32349" y="740003"/>
                  <a:pt x="0" y="707654"/>
                  <a:pt x="0" y="667808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10210904" y="6007981"/>
            <a:ext cx="270733" cy="270733"/>
          </a:xfrm>
          <a:custGeom>
            <a:avLst/>
            <a:gdLst/>
            <a:ahLst/>
            <a:cxnLst/>
            <a:rect l="l" t="t" r="r" b="b"/>
            <a:pathLst>
              <a:path w="270733" h="270733">
                <a:moveTo>
                  <a:pt x="186076" y="148057"/>
                </a:moveTo>
                <a:lnTo>
                  <a:pt x="85133" y="148057"/>
                </a:lnTo>
                <a:cubicBezTo>
                  <a:pt x="86666" y="182163"/>
                  <a:pt x="94228" y="213572"/>
                  <a:pt x="104962" y="236574"/>
                </a:cubicBezTo>
                <a:cubicBezTo>
                  <a:pt x="110990" y="249529"/>
                  <a:pt x="117494" y="258677"/>
                  <a:pt x="123522" y="264282"/>
                </a:cubicBezTo>
                <a:cubicBezTo>
                  <a:pt x="129444" y="269834"/>
                  <a:pt x="133516" y="270733"/>
                  <a:pt x="135631" y="270733"/>
                </a:cubicBezTo>
                <a:cubicBezTo>
                  <a:pt x="137746" y="270733"/>
                  <a:pt x="141817" y="269834"/>
                  <a:pt x="147740" y="264282"/>
                </a:cubicBezTo>
                <a:cubicBezTo>
                  <a:pt x="153768" y="258677"/>
                  <a:pt x="160272" y="249476"/>
                  <a:pt x="166300" y="236574"/>
                </a:cubicBezTo>
                <a:cubicBezTo>
                  <a:pt x="177034" y="213572"/>
                  <a:pt x="184595" y="182163"/>
                  <a:pt x="186129" y="148057"/>
                </a:cubicBezTo>
                <a:close/>
                <a:moveTo>
                  <a:pt x="85080" y="122676"/>
                </a:moveTo>
                <a:lnTo>
                  <a:pt x="186023" y="122676"/>
                </a:lnTo>
                <a:cubicBezTo>
                  <a:pt x="184542" y="88570"/>
                  <a:pt x="176981" y="57161"/>
                  <a:pt x="166247" y="34159"/>
                </a:cubicBezTo>
                <a:cubicBezTo>
                  <a:pt x="160219" y="21257"/>
                  <a:pt x="153715" y="12056"/>
                  <a:pt x="147687" y="6451"/>
                </a:cubicBezTo>
                <a:cubicBezTo>
                  <a:pt x="141765" y="899"/>
                  <a:pt x="137693" y="0"/>
                  <a:pt x="135578" y="0"/>
                </a:cubicBezTo>
                <a:cubicBezTo>
                  <a:pt x="133463" y="0"/>
                  <a:pt x="129391" y="899"/>
                  <a:pt x="123469" y="6451"/>
                </a:cubicBezTo>
                <a:cubicBezTo>
                  <a:pt x="117441" y="12056"/>
                  <a:pt x="110937" y="21257"/>
                  <a:pt x="104909" y="34159"/>
                </a:cubicBezTo>
                <a:cubicBezTo>
                  <a:pt x="94175" y="57161"/>
                  <a:pt x="86613" y="88570"/>
                  <a:pt x="85080" y="122676"/>
                </a:cubicBezTo>
                <a:close/>
                <a:moveTo>
                  <a:pt x="59699" y="122676"/>
                </a:moveTo>
                <a:cubicBezTo>
                  <a:pt x="61549" y="77413"/>
                  <a:pt x="73235" y="35375"/>
                  <a:pt x="90315" y="7773"/>
                </a:cubicBezTo>
                <a:cubicBezTo>
                  <a:pt x="41615" y="25011"/>
                  <a:pt x="5764" y="69375"/>
                  <a:pt x="793" y="122676"/>
                </a:cubicBezTo>
                <a:lnTo>
                  <a:pt x="59699" y="122676"/>
                </a:lnTo>
                <a:close/>
                <a:moveTo>
                  <a:pt x="793" y="148057"/>
                </a:moveTo>
                <a:cubicBezTo>
                  <a:pt x="5764" y="201358"/>
                  <a:pt x="41615" y="245722"/>
                  <a:pt x="90315" y="262960"/>
                </a:cubicBezTo>
                <a:cubicBezTo>
                  <a:pt x="73235" y="235358"/>
                  <a:pt x="61549" y="193320"/>
                  <a:pt x="59699" y="148057"/>
                </a:cubicBezTo>
                <a:lnTo>
                  <a:pt x="793" y="148057"/>
                </a:lnTo>
                <a:close/>
                <a:moveTo>
                  <a:pt x="211457" y="148057"/>
                </a:moveTo>
                <a:cubicBezTo>
                  <a:pt x="209606" y="193320"/>
                  <a:pt x="197920" y="235358"/>
                  <a:pt x="180841" y="262960"/>
                </a:cubicBezTo>
                <a:cubicBezTo>
                  <a:pt x="229541" y="245669"/>
                  <a:pt x="265392" y="201358"/>
                  <a:pt x="270363" y="148057"/>
                </a:cubicBezTo>
                <a:lnTo>
                  <a:pt x="211457" y="148057"/>
                </a:lnTo>
                <a:close/>
                <a:moveTo>
                  <a:pt x="270363" y="122676"/>
                </a:moveTo>
                <a:cubicBezTo>
                  <a:pt x="265392" y="69375"/>
                  <a:pt x="229541" y="25011"/>
                  <a:pt x="180841" y="7773"/>
                </a:cubicBezTo>
                <a:cubicBezTo>
                  <a:pt x="197920" y="35375"/>
                  <a:pt x="209606" y="77413"/>
                  <a:pt x="211457" y="122676"/>
                </a:cubicBezTo>
                <a:lnTo>
                  <a:pt x="270363" y="12267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9149202" y="6350861"/>
            <a:ext cx="2391473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7cf9eab09bcfcec7d6574ed633632b524d35d1d9.jpg"/>
          <p:cNvPicPr>
            <a:picLocks noChangeAspect="1"/>
          </p:cNvPicPr>
          <p:nvPr/>
        </p:nvPicPr>
        <p:blipFill>
          <a:blip r:embed="rId1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A726">
                  <a:alpha val="90000"/>
                </a:srgbClr>
              </a:gs>
              <a:gs pos="50000">
                <a:srgbClr val="FFA726">
                  <a:alpha val="80000"/>
                </a:srgbClr>
              </a:gs>
              <a:gs pos="100000">
                <a:srgbClr val="F57C00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28708" y="1974126"/>
            <a:ext cx="1533525" cy="533400"/>
          </a:xfrm>
          <a:custGeom>
            <a:avLst/>
            <a:gdLst/>
            <a:ahLst/>
            <a:cxnLst/>
            <a:rect l="l" t="t" r="r" b="b"/>
            <a:pathLst>
              <a:path w="1533525" h="533400">
                <a:moveTo>
                  <a:pt x="266700" y="0"/>
                </a:moveTo>
                <a:lnTo>
                  <a:pt x="1266825" y="0"/>
                </a:lnTo>
                <a:cubicBezTo>
                  <a:pt x="1414021" y="0"/>
                  <a:pt x="1533525" y="119504"/>
                  <a:pt x="1533525" y="266700"/>
                </a:cubicBezTo>
                <a:lnTo>
                  <a:pt x="1533525" y="266700"/>
                </a:lnTo>
                <a:cubicBezTo>
                  <a:pt x="1533525" y="413896"/>
                  <a:pt x="1414021" y="533400"/>
                  <a:pt x="12668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5271558" y="1974126"/>
            <a:ext cx="1647825" cy="533400"/>
          </a:xfrm>
          <a:prstGeom prst="rect">
            <a:avLst/>
          </a:prstGeom>
          <a:noFill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PART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38633" y="2812191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24313" y="3955107"/>
            <a:ext cx="41433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前端、后端、AI模型与数据对接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四大技术层级构建完整闭环体系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03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" name="Text 1"/>
          <p:cNvSpPr/>
          <p:nvPr/>
        </p:nvSpPr>
        <p:spPr>
          <a:xfrm>
            <a:off x="571417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技术架构与核心创新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66605"/>
            <a:ext cx="11430000" cy="2962275"/>
          </a:xfrm>
          <a:custGeom>
            <a:avLst/>
            <a:gdLst/>
            <a:ahLst/>
            <a:cxnLst/>
            <a:rect l="l" t="t" r="r" b="b"/>
            <a:pathLst>
              <a:path w="11430000" h="2962275">
                <a:moveTo>
                  <a:pt x="114314" y="0"/>
                </a:moveTo>
                <a:lnTo>
                  <a:pt x="11315686" y="0"/>
                </a:lnTo>
                <a:cubicBezTo>
                  <a:pt x="11378820" y="0"/>
                  <a:pt x="11430000" y="51180"/>
                  <a:pt x="11430000" y="114314"/>
                </a:cubicBezTo>
                <a:lnTo>
                  <a:pt x="11430000" y="2847961"/>
                </a:lnTo>
                <a:cubicBezTo>
                  <a:pt x="11430000" y="2911095"/>
                  <a:pt x="11378820" y="2962275"/>
                  <a:pt x="11315686" y="2962275"/>
                </a:cubicBezTo>
                <a:lnTo>
                  <a:pt x="114314" y="2962275"/>
                </a:lnTo>
                <a:cubicBezTo>
                  <a:pt x="51180" y="2962275"/>
                  <a:pt x="0" y="2911095"/>
                  <a:pt x="0" y="284796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3346" y="13331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6" name="Text 4"/>
          <p:cNvSpPr/>
          <p:nvPr/>
        </p:nvSpPr>
        <p:spPr>
          <a:xfrm>
            <a:off x="847659" y="1295135"/>
            <a:ext cx="10829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四大技术架构层级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471" y="1760226"/>
            <a:ext cx="2616200" cy="2025650"/>
          </a:xfrm>
          <a:custGeom>
            <a:avLst/>
            <a:gdLst/>
            <a:ahLst/>
            <a:cxnLst/>
            <a:rect l="l" t="t" r="r" b="b"/>
            <a:pathLst>
              <a:path w="2616200" h="2025650">
                <a:moveTo>
                  <a:pt x="76205" y="0"/>
                </a:moveTo>
                <a:lnTo>
                  <a:pt x="2539995" y="0"/>
                </a:lnTo>
                <a:cubicBezTo>
                  <a:pt x="2582082" y="0"/>
                  <a:pt x="2616200" y="34118"/>
                  <a:pt x="2616200" y="76205"/>
                </a:cubicBezTo>
                <a:lnTo>
                  <a:pt x="2616200" y="1949445"/>
                </a:lnTo>
                <a:cubicBezTo>
                  <a:pt x="2616200" y="1991532"/>
                  <a:pt x="2582082" y="2025650"/>
                  <a:pt x="2539995" y="2025650"/>
                </a:cubicBezTo>
                <a:lnTo>
                  <a:pt x="76205" y="2025650"/>
                </a:lnTo>
                <a:cubicBezTo>
                  <a:pt x="34118" y="2025650"/>
                  <a:pt x="0" y="1991532"/>
                  <a:pt x="0" y="19494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>
                  <a:alpha val="10000"/>
                </a:srgbClr>
              </a:gs>
              <a:gs pos="100000">
                <a:srgbClr val="2E7D32">
                  <a:alpha val="5000"/>
                </a:srgbClr>
              </a:gs>
            </a:gsLst>
            <a:lin ang="5400000" scaled="1"/>
          </a:gradFill>
          <a:ln w="21167">
            <a:solidFill>
              <a:srgbClr val="2E7D32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5400" y="19205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9" name="Shape 7"/>
          <p:cNvSpPr/>
          <p:nvPr/>
        </p:nvSpPr>
        <p:spPr>
          <a:xfrm>
            <a:off x="1828684" y="20538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739692" y="2491964"/>
            <a:ext cx="2371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前端交互层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217" y="2796648"/>
            <a:ext cx="235267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HTML+CSS+JavaScript+Flask模板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224" y="31124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3" name="Text 11"/>
          <p:cNvSpPr/>
          <p:nvPr/>
        </p:nvSpPr>
        <p:spPr>
          <a:xfrm>
            <a:off x="949242" y="3096537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图片上传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9224" y="330274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5" name="Text 13"/>
          <p:cNvSpPr/>
          <p:nvPr/>
        </p:nvSpPr>
        <p:spPr>
          <a:xfrm>
            <a:off x="949242" y="3286869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结果展示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224" y="349308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7" name="Text 15"/>
          <p:cNvSpPr/>
          <p:nvPr/>
        </p:nvSpPr>
        <p:spPr>
          <a:xfrm>
            <a:off x="949242" y="3477206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智能问答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98738" y="1760226"/>
            <a:ext cx="2616200" cy="2025650"/>
          </a:xfrm>
          <a:custGeom>
            <a:avLst/>
            <a:gdLst/>
            <a:ahLst/>
            <a:cxnLst/>
            <a:rect l="l" t="t" r="r" b="b"/>
            <a:pathLst>
              <a:path w="2616200" h="2025650">
                <a:moveTo>
                  <a:pt x="76205" y="0"/>
                </a:moveTo>
                <a:lnTo>
                  <a:pt x="2539995" y="0"/>
                </a:lnTo>
                <a:cubicBezTo>
                  <a:pt x="2582082" y="0"/>
                  <a:pt x="2616200" y="34118"/>
                  <a:pt x="2616200" y="76205"/>
                </a:cubicBezTo>
                <a:lnTo>
                  <a:pt x="2616200" y="1949445"/>
                </a:lnTo>
                <a:cubicBezTo>
                  <a:pt x="2616200" y="1991532"/>
                  <a:pt x="2582082" y="2025650"/>
                  <a:pt x="2539995" y="2025650"/>
                </a:cubicBezTo>
                <a:lnTo>
                  <a:pt x="76205" y="2025650"/>
                </a:lnTo>
                <a:cubicBezTo>
                  <a:pt x="34118" y="2025650"/>
                  <a:pt x="0" y="1991532"/>
                  <a:pt x="0" y="19494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C6BC0">
                  <a:alpha val="10000"/>
                </a:srgbClr>
              </a:gs>
              <a:gs pos="100000">
                <a:srgbClr val="5C6BC0">
                  <a:alpha val="5000"/>
                </a:srgbClr>
              </a:gs>
            </a:gsLst>
            <a:lin ang="5400000" scaled="1"/>
          </a:gradFill>
          <a:ln w="21167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76667" y="19205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0" name="Shape 18"/>
          <p:cNvSpPr/>
          <p:nvPr/>
        </p:nvSpPr>
        <p:spPr>
          <a:xfrm>
            <a:off x="4621858" y="205382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3520960" y="2491964"/>
            <a:ext cx="2371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C6B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后端服务层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30485" y="2796648"/>
            <a:ext cx="235267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Python+Flask+SQLite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80491" y="31124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4" name="Text 22"/>
          <p:cNvSpPr/>
          <p:nvPr/>
        </p:nvSpPr>
        <p:spPr>
          <a:xfrm>
            <a:off x="3730510" y="3096537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0491" y="330274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6" name="Text 24"/>
          <p:cNvSpPr/>
          <p:nvPr/>
        </p:nvSpPr>
        <p:spPr>
          <a:xfrm>
            <a:off x="3730510" y="3286869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80491" y="349308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8" name="Text 26"/>
          <p:cNvSpPr/>
          <p:nvPr/>
        </p:nvSpPr>
        <p:spPr>
          <a:xfrm>
            <a:off x="3730510" y="3477206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接口管理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0088" y="1760226"/>
            <a:ext cx="2616200" cy="2025650"/>
          </a:xfrm>
          <a:custGeom>
            <a:avLst/>
            <a:gdLst/>
            <a:ahLst/>
            <a:cxnLst/>
            <a:rect l="l" t="t" r="r" b="b"/>
            <a:pathLst>
              <a:path w="2616200" h="2025650">
                <a:moveTo>
                  <a:pt x="76205" y="0"/>
                </a:moveTo>
                <a:lnTo>
                  <a:pt x="2539995" y="0"/>
                </a:lnTo>
                <a:cubicBezTo>
                  <a:pt x="2582082" y="0"/>
                  <a:pt x="2616200" y="34118"/>
                  <a:pt x="2616200" y="76205"/>
                </a:cubicBezTo>
                <a:lnTo>
                  <a:pt x="2616200" y="1949445"/>
                </a:lnTo>
                <a:cubicBezTo>
                  <a:pt x="2616200" y="1991532"/>
                  <a:pt x="2582082" y="2025650"/>
                  <a:pt x="2539995" y="2025650"/>
                </a:cubicBezTo>
                <a:lnTo>
                  <a:pt x="76205" y="2025650"/>
                </a:lnTo>
                <a:cubicBezTo>
                  <a:pt x="34118" y="2025650"/>
                  <a:pt x="0" y="1991532"/>
                  <a:pt x="0" y="19494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A726">
                  <a:alpha val="10000"/>
                </a:srgbClr>
              </a:gs>
              <a:gs pos="100000">
                <a:srgbClr val="FFA726">
                  <a:alpha val="5000"/>
                </a:srgbClr>
              </a:gs>
            </a:gsLst>
            <a:lin ang="5400000" scaled="1"/>
          </a:gradFill>
          <a:ln w="21167">
            <a:solidFill>
              <a:srgbClr val="FFA726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58017" y="19205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1" name="Shape 29"/>
          <p:cNvSpPr/>
          <p:nvPr/>
        </p:nvSpPr>
        <p:spPr>
          <a:xfrm>
            <a:off x="7391301" y="20538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6302309" y="2491964"/>
            <a:ext cx="2371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11834" y="2796648"/>
            <a:ext cx="235267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kimi K2.5+CNN+机器学习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1840" y="31124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5" name="Text 33"/>
          <p:cNvSpPr/>
          <p:nvPr/>
        </p:nvSpPr>
        <p:spPr>
          <a:xfrm>
            <a:off x="6511859" y="3096537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1840" y="330274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7" name="Text 35"/>
          <p:cNvSpPr/>
          <p:nvPr/>
        </p:nvSpPr>
        <p:spPr>
          <a:xfrm>
            <a:off x="6511859" y="3286869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程度评估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1840" y="349308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39" name="Text 37"/>
          <p:cNvSpPr/>
          <p:nvPr/>
        </p:nvSpPr>
        <p:spPr>
          <a:xfrm>
            <a:off x="6511859" y="3477206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智能问答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61438" y="1760226"/>
            <a:ext cx="2616200" cy="2025650"/>
          </a:xfrm>
          <a:custGeom>
            <a:avLst/>
            <a:gdLst/>
            <a:ahLst/>
            <a:cxnLst/>
            <a:rect l="l" t="t" r="r" b="b"/>
            <a:pathLst>
              <a:path w="2616200" h="2025650">
                <a:moveTo>
                  <a:pt x="76205" y="0"/>
                </a:moveTo>
                <a:lnTo>
                  <a:pt x="2539995" y="0"/>
                </a:lnTo>
                <a:cubicBezTo>
                  <a:pt x="2582082" y="0"/>
                  <a:pt x="2616200" y="34118"/>
                  <a:pt x="2616200" y="76205"/>
                </a:cubicBezTo>
                <a:lnTo>
                  <a:pt x="2616200" y="1949445"/>
                </a:lnTo>
                <a:cubicBezTo>
                  <a:pt x="2616200" y="1991532"/>
                  <a:pt x="2582082" y="2025650"/>
                  <a:pt x="2539995" y="2025650"/>
                </a:cubicBezTo>
                <a:lnTo>
                  <a:pt x="76205" y="2025650"/>
                </a:lnTo>
                <a:cubicBezTo>
                  <a:pt x="34118" y="2025650"/>
                  <a:pt x="0" y="1991532"/>
                  <a:pt x="0" y="19494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2E7D32">
                  <a:alpha val="10000"/>
                </a:srgbClr>
              </a:gs>
              <a:gs pos="100000">
                <a:srgbClr val="2E7D32">
                  <a:alpha val="5000"/>
                </a:srgbClr>
              </a:gs>
            </a:gsLst>
            <a:lin ang="5400000" scaled="1"/>
          </a:gradFill>
          <a:ln w="21167">
            <a:solidFill>
              <a:srgbClr val="2E7D32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39367" y="19205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2" name="Shape 40"/>
          <p:cNvSpPr/>
          <p:nvPr/>
        </p:nvSpPr>
        <p:spPr>
          <a:xfrm>
            <a:off x="10160745" y="205382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9083659" y="2491964"/>
            <a:ext cx="2371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数据对接层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93184" y="2796648"/>
            <a:ext cx="235267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天气API+位置API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43190" y="31124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6" name="Text 44"/>
          <p:cNvSpPr/>
          <p:nvPr/>
        </p:nvSpPr>
        <p:spPr>
          <a:xfrm>
            <a:off x="9293209" y="3096537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天气数据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43190" y="330274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8" name="Text 46"/>
          <p:cNvSpPr/>
          <p:nvPr/>
        </p:nvSpPr>
        <p:spPr>
          <a:xfrm>
            <a:off x="9293209" y="3286869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位置信息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43190" y="349308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50" name="Text 48"/>
          <p:cNvSpPr/>
          <p:nvPr/>
        </p:nvSpPr>
        <p:spPr>
          <a:xfrm>
            <a:off x="9293209" y="3477206"/>
            <a:ext cx="2181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数据互通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9521" y="4216798"/>
            <a:ext cx="3666596" cy="2257425"/>
          </a:xfrm>
          <a:custGeom>
            <a:avLst/>
            <a:gdLst/>
            <a:ahLst/>
            <a:cxnLst/>
            <a:rect l="l" t="t" r="r" b="b"/>
            <a:pathLst>
              <a:path w="3666596" h="2257425">
                <a:moveTo>
                  <a:pt x="37042" y="0"/>
                </a:moveTo>
                <a:lnTo>
                  <a:pt x="3552302" y="0"/>
                </a:lnTo>
                <a:cubicBezTo>
                  <a:pt x="3615383" y="0"/>
                  <a:pt x="3666596" y="51213"/>
                  <a:pt x="3666596" y="114293"/>
                </a:cubicBezTo>
                <a:lnTo>
                  <a:pt x="3666596" y="2143132"/>
                </a:lnTo>
                <a:cubicBezTo>
                  <a:pt x="3666596" y="2206212"/>
                  <a:pt x="3615383" y="2257425"/>
                  <a:pt x="3552302" y="2257425"/>
                </a:cubicBezTo>
                <a:lnTo>
                  <a:pt x="37042" y="2257425"/>
                </a:lnTo>
                <a:cubicBezTo>
                  <a:pt x="16584" y="2257425"/>
                  <a:pt x="0" y="2240841"/>
                  <a:pt x="0" y="222038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99521" y="4216798"/>
            <a:ext cx="37042" cy="2257425"/>
          </a:xfrm>
          <a:custGeom>
            <a:avLst/>
            <a:gdLst/>
            <a:ahLst/>
            <a:cxnLst/>
            <a:rect l="l" t="t" r="r" b="b"/>
            <a:pathLst>
              <a:path w="37042" h="2257425">
                <a:moveTo>
                  <a:pt x="37042" y="0"/>
                </a:moveTo>
                <a:lnTo>
                  <a:pt x="37042" y="0"/>
                </a:lnTo>
                <a:lnTo>
                  <a:pt x="37042" y="2257425"/>
                </a:lnTo>
                <a:lnTo>
                  <a:pt x="37042" y="2257425"/>
                </a:lnTo>
                <a:cubicBezTo>
                  <a:pt x="16584" y="2257425"/>
                  <a:pt x="0" y="2240841"/>
                  <a:pt x="0" y="222038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53" name="Shape 51"/>
          <p:cNvSpPr/>
          <p:nvPr/>
        </p:nvSpPr>
        <p:spPr>
          <a:xfrm>
            <a:off x="608542" y="4407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727604" y="45025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55" name="Text 53"/>
          <p:cNvSpPr/>
          <p:nvPr/>
        </p:nvSpPr>
        <p:spPr>
          <a:xfrm>
            <a:off x="1103809" y="4464434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5685" y="4940601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57" name="Text 55"/>
          <p:cNvSpPr/>
          <p:nvPr/>
        </p:nvSpPr>
        <p:spPr>
          <a:xfrm>
            <a:off x="827484" y="4902566"/>
            <a:ext cx="20669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前后端程序无缝衔接，响应速度快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5685" y="5233462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59" name="Text 57"/>
          <p:cNvSpPr/>
          <p:nvPr/>
        </p:nvSpPr>
        <p:spPr>
          <a:xfrm>
            <a:off x="827484" y="5195427"/>
            <a:ext cx="19335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多接口深度融合，构建完整闭环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5685" y="5526323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61" name="Text 59"/>
          <p:cNvSpPr/>
          <p:nvPr/>
        </p:nvSpPr>
        <p:spPr>
          <a:xfrm>
            <a:off x="827484" y="5488288"/>
            <a:ext cx="20669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数据加密存储，保障用户隐私安全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73021" y="4216798"/>
            <a:ext cx="3666596" cy="2257425"/>
          </a:xfrm>
          <a:custGeom>
            <a:avLst/>
            <a:gdLst/>
            <a:ahLst/>
            <a:cxnLst/>
            <a:rect l="l" t="t" r="r" b="b"/>
            <a:pathLst>
              <a:path w="3666596" h="2257425">
                <a:moveTo>
                  <a:pt x="37042" y="0"/>
                </a:moveTo>
                <a:lnTo>
                  <a:pt x="3552302" y="0"/>
                </a:lnTo>
                <a:cubicBezTo>
                  <a:pt x="3615383" y="0"/>
                  <a:pt x="3666596" y="51213"/>
                  <a:pt x="3666596" y="114293"/>
                </a:cubicBezTo>
                <a:lnTo>
                  <a:pt x="3666596" y="2143132"/>
                </a:lnTo>
                <a:cubicBezTo>
                  <a:pt x="3666596" y="2206212"/>
                  <a:pt x="3615383" y="2257425"/>
                  <a:pt x="3552302" y="2257425"/>
                </a:cubicBezTo>
                <a:lnTo>
                  <a:pt x="37042" y="2257425"/>
                </a:lnTo>
                <a:cubicBezTo>
                  <a:pt x="16584" y="2257425"/>
                  <a:pt x="0" y="2240841"/>
                  <a:pt x="0" y="222038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273021" y="4216798"/>
            <a:ext cx="37042" cy="2257425"/>
          </a:xfrm>
          <a:custGeom>
            <a:avLst/>
            <a:gdLst/>
            <a:ahLst/>
            <a:cxnLst/>
            <a:rect l="l" t="t" r="r" b="b"/>
            <a:pathLst>
              <a:path w="37042" h="2257425">
                <a:moveTo>
                  <a:pt x="37042" y="0"/>
                </a:moveTo>
                <a:lnTo>
                  <a:pt x="37042" y="0"/>
                </a:lnTo>
                <a:lnTo>
                  <a:pt x="37042" y="2257425"/>
                </a:lnTo>
                <a:lnTo>
                  <a:pt x="37042" y="2257425"/>
                </a:lnTo>
                <a:cubicBezTo>
                  <a:pt x="16584" y="2257425"/>
                  <a:pt x="0" y="2240841"/>
                  <a:pt x="0" y="222038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64" name="Shape 62"/>
          <p:cNvSpPr/>
          <p:nvPr/>
        </p:nvSpPr>
        <p:spPr>
          <a:xfrm>
            <a:off x="4482042" y="4407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4553479" y="450254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66" name="Text 64"/>
          <p:cNvSpPr/>
          <p:nvPr/>
        </p:nvSpPr>
        <p:spPr>
          <a:xfrm>
            <a:off x="4977309" y="4464434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模式创新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89186" y="4940601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68" name="Text 66"/>
          <p:cNvSpPr/>
          <p:nvPr/>
        </p:nvSpPr>
        <p:spPr>
          <a:xfrm>
            <a:off x="4700985" y="4902566"/>
            <a:ext cx="21050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"基础功能免费+增值服务付费"模式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489186" y="5233462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70" name="Text 68"/>
          <p:cNvSpPr/>
          <p:nvPr/>
        </p:nvSpPr>
        <p:spPr>
          <a:xfrm>
            <a:off x="4700985" y="5195427"/>
            <a:ext cx="19335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降低用户使用门槛，扩大覆盖面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489186" y="5526323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72" name="Text 70"/>
          <p:cNvSpPr/>
          <p:nvPr/>
        </p:nvSpPr>
        <p:spPr>
          <a:xfrm>
            <a:off x="4700985" y="5488288"/>
            <a:ext cx="14001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政企合作拓展推广渠道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46521" y="4216798"/>
            <a:ext cx="3666596" cy="2257425"/>
          </a:xfrm>
          <a:custGeom>
            <a:avLst/>
            <a:gdLst/>
            <a:ahLst/>
            <a:cxnLst/>
            <a:rect l="l" t="t" r="r" b="b"/>
            <a:pathLst>
              <a:path w="3666596" h="2257425">
                <a:moveTo>
                  <a:pt x="37042" y="0"/>
                </a:moveTo>
                <a:lnTo>
                  <a:pt x="3552302" y="0"/>
                </a:lnTo>
                <a:cubicBezTo>
                  <a:pt x="3615383" y="0"/>
                  <a:pt x="3666596" y="51213"/>
                  <a:pt x="3666596" y="114293"/>
                </a:cubicBezTo>
                <a:lnTo>
                  <a:pt x="3666596" y="2143132"/>
                </a:lnTo>
                <a:cubicBezTo>
                  <a:pt x="3666596" y="2206212"/>
                  <a:pt x="3615383" y="2257425"/>
                  <a:pt x="3552302" y="2257425"/>
                </a:cubicBezTo>
                <a:lnTo>
                  <a:pt x="37042" y="2257425"/>
                </a:lnTo>
                <a:cubicBezTo>
                  <a:pt x="16584" y="2257425"/>
                  <a:pt x="0" y="2240841"/>
                  <a:pt x="0" y="222038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146521" y="4216798"/>
            <a:ext cx="37042" cy="2257425"/>
          </a:xfrm>
          <a:custGeom>
            <a:avLst/>
            <a:gdLst/>
            <a:ahLst/>
            <a:cxnLst/>
            <a:rect l="l" t="t" r="r" b="b"/>
            <a:pathLst>
              <a:path w="37042" h="2257425">
                <a:moveTo>
                  <a:pt x="37042" y="0"/>
                </a:moveTo>
                <a:lnTo>
                  <a:pt x="37042" y="0"/>
                </a:lnTo>
                <a:lnTo>
                  <a:pt x="37042" y="2257425"/>
                </a:lnTo>
                <a:lnTo>
                  <a:pt x="37042" y="2257425"/>
                </a:lnTo>
                <a:cubicBezTo>
                  <a:pt x="16584" y="2257425"/>
                  <a:pt x="0" y="2240841"/>
                  <a:pt x="0" y="222038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75" name="Shape 73"/>
          <p:cNvSpPr/>
          <p:nvPr/>
        </p:nvSpPr>
        <p:spPr>
          <a:xfrm>
            <a:off x="8355542" y="4407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A726">
              <a:alpha val="10196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8474605" y="45025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77" name="Text 75"/>
          <p:cNvSpPr/>
          <p:nvPr/>
        </p:nvSpPr>
        <p:spPr>
          <a:xfrm>
            <a:off x="8850809" y="4464434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适配创新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362686" y="4940601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79" name="Text 77"/>
          <p:cNvSpPr/>
          <p:nvPr/>
        </p:nvSpPr>
        <p:spPr>
          <a:xfrm>
            <a:off x="8574485" y="4902566"/>
            <a:ext cx="20669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跨终端适配技术，多设备无缝切换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62686" y="5233462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81" name="Text 79"/>
          <p:cNvSpPr/>
          <p:nvPr/>
        </p:nvSpPr>
        <p:spPr>
          <a:xfrm>
            <a:off x="8574485" y="5195427"/>
            <a:ext cx="18002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数据实时同步，无需额外开发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362686" y="5526323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83" name="Text 81"/>
          <p:cNvSpPr/>
          <p:nvPr/>
        </p:nvSpPr>
        <p:spPr>
          <a:xfrm>
            <a:off x="8574485" y="5488288"/>
            <a:ext cx="18002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界面简洁，贴合基层使用习惯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iot-world.com/91d3052e37dc25f38061d9a2e06f1d448379d314.jpg"/>
          <p:cNvPicPr>
            <a:picLocks noChangeAspect="1"/>
          </p:cNvPicPr>
          <p:nvPr/>
        </p:nvPicPr>
        <p:blipFill>
          <a:blip r:embed="rId1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E7D32">
                  <a:alpha val="90000"/>
                </a:srgbClr>
              </a:gs>
              <a:gs pos="50000">
                <a:srgbClr val="2E7D32">
                  <a:alpha val="80000"/>
                </a:srgbClr>
              </a:gs>
              <a:gs pos="100000">
                <a:srgbClr val="1B5E20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28708" y="1974126"/>
            <a:ext cx="1533525" cy="533400"/>
          </a:xfrm>
          <a:custGeom>
            <a:avLst/>
            <a:gdLst/>
            <a:ahLst/>
            <a:cxnLst/>
            <a:rect l="l" t="t" r="r" b="b"/>
            <a:pathLst>
              <a:path w="1533525" h="533400">
                <a:moveTo>
                  <a:pt x="266700" y="0"/>
                </a:moveTo>
                <a:lnTo>
                  <a:pt x="1266825" y="0"/>
                </a:lnTo>
                <a:cubicBezTo>
                  <a:pt x="1414021" y="0"/>
                  <a:pt x="1533525" y="119504"/>
                  <a:pt x="1533525" y="266700"/>
                </a:cubicBezTo>
                <a:lnTo>
                  <a:pt x="1533525" y="266700"/>
                </a:lnTo>
                <a:cubicBezTo>
                  <a:pt x="1533525" y="413896"/>
                  <a:pt x="1414021" y="533400"/>
                  <a:pt x="12668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5" name="Text 2"/>
          <p:cNvSpPr/>
          <p:nvPr/>
        </p:nvSpPr>
        <p:spPr>
          <a:xfrm>
            <a:off x="5271558" y="1974126"/>
            <a:ext cx="1647825" cy="533400"/>
          </a:xfrm>
          <a:prstGeom prst="rect">
            <a:avLst/>
          </a:prstGeom>
          <a:noFill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PART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81483" y="2812191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团队与规划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24313" y="3955107"/>
            <a:ext cx="41433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团队优势、商业模式与发展规划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构建可持续的农业科技创新生态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379056"/>
            <a:ext cx="68930" cy="275720"/>
          </a:xfrm>
          <a:custGeom>
            <a:avLst/>
            <a:gdLst/>
            <a:ahLst/>
            <a:cxnLst/>
            <a:rect l="l" t="t" r="r" b="b"/>
            <a:pathLst>
              <a:path w="68930" h="275720">
                <a:moveTo>
                  <a:pt x="34465" y="0"/>
                </a:moveTo>
                <a:lnTo>
                  <a:pt x="34465" y="0"/>
                </a:lnTo>
                <a:cubicBezTo>
                  <a:pt x="53487" y="0"/>
                  <a:pt x="68930" y="15443"/>
                  <a:pt x="68930" y="34465"/>
                </a:cubicBezTo>
                <a:lnTo>
                  <a:pt x="68930" y="241255"/>
                </a:lnTo>
                <a:cubicBezTo>
                  <a:pt x="68930" y="260290"/>
                  <a:pt x="53500" y="275720"/>
                  <a:pt x="34465" y="275720"/>
                </a:cubicBezTo>
                <a:lnTo>
                  <a:pt x="34465" y="275720"/>
                </a:lnTo>
                <a:cubicBezTo>
                  <a:pt x="15431" y="275720"/>
                  <a:pt x="0" y="260290"/>
                  <a:pt x="0" y="24125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16900" y="344650"/>
            <a:ext cx="294675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团队优势与商业模式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650" y="981589"/>
            <a:ext cx="7677083" cy="2532700"/>
          </a:xfrm>
          <a:custGeom>
            <a:avLst/>
            <a:gdLst/>
            <a:ahLst/>
            <a:cxnLst/>
            <a:rect l="l" t="t" r="r" b="b"/>
            <a:pathLst>
              <a:path w="7677083" h="2532700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2429315"/>
                </a:lnTo>
                <a:cubicBezTo>
                  <a:pt x="7677083" y="2486413"/>
                  <a:pt x="7630796" y="2532700"/>
                  <a:pt x="7573698" y="2532700"/>
                </a:cubicBezTo>
                <a:lnTo>
                  <a:pt x="103385" y="2532700"/>
                </a:lnTo>
                <a:cubicBezTo>
                  <a:pt x="46287" y="2532700"/>
                  <a:pt x="0" y="2486413"/>
                  <a:pt x="0" y="2429315"/>
                </a:cubicBez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4650" y="981589"/>
            <a:ext cx="7677083" cy="33508"/>
          </a:xfrm>
          <a:custGeom>
            <a:avLst/>
            <a:gdLst/>
            <a:ahLst/>
            <a:cxnLst/>
            <a:rect l="l" t="t" r="r" b="b"/>
            <a:pathLst>
              <a:path w="7677083" h="33508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33508"/>
                </a:lnTo>
                <a:lnTo>
                  <a:pt x="0" y="33508"/>
                </a:ln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551380" y="120508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28942" y="1308442"/>
            <a:ext cx="258488" cy="206790"/>
          </a:xfrm>
          <a:custGeom>
            <a:avLst/>
            <a:gdLst/>
            <a:ahLst/>
            <a:cxnLst/>
            <a:rect l="l" t="t" r="r" b="b"/>
            <a:pathLst>
              <a:path w="258488" h="206790">
                <a:moveTo>
                  <a:pt x="129244" y="6462"/>
                </a:moveTo>
                <a:cubicBezTo>
                  <a:pt x="152427" y="6462"/>
                  <a:pt x="171248" y="25284"/>
                  <a:pt x="171248" y="48466"/>
                </a:cubicBezTo>
                <a:cubicBezTo>
                  <a:pt x="171248" y="71649"/>
                  <a:pt x="152427" y="90471"/>
                  <a:pt x="129244" y="90471"/>
                </a:cubicBezTo>
                <a:cubicBezTo>
                  <a:pt x="106061" y="90471"/>
                  <a:pt x="87240" y="71649"/>
                  <a:pt x="87240" y="48466"/>
                </a:cubicBezTo>
                <a:cubicBezTo>
                  <a:pt x="87240" y="25284"/>
                  <a:pt x="106061" y="6462"/>
                  <a:pt x="129244" y="6462"/>
                </a:cubicBezTo>
                <a:close/>
                <a:moveTo>
                  <a:pt x="38773" y="35542"/>
                </a:moveTo>
                <a:cubicBezTo>
                  <a:pt x="54823" y="35542"/>
                  <a:pt x="67853" y="48572"/>
                  <a:pt x="67853" y="64622"/>
                </a:cubicBezTo>
                <a:cubicBezTo>
                  <a:pt x="67853" y="80672"/>
                  <a:pt x="54823" y="93702"/>
                  <a:pt x="38773" y="93702"/>
                </a:cubicBezTo>
                <a:cubicBezTo>
                  <a:pt x="22724" y="93702"/>
                  <a:pt x="9693" y="80672"/>
                  <a:pt x="9693" y="64622"/>
                </a:cubicBezTo>
                <a:cubicBezTo>
                  <a:pt x="9693" y="48572"/>
                  <a:pt x="22724" y="35542"/>
                  <a:pt x="38773" y="35542"/>
                </a:cubicBezTo>
                <a:close/>
                <a:moveTo>
                  <a:pt x="0" y="168017"/>
                </a:moveTo>
                <a:cubicBezTo>
                  <a:pt x="0" y="139462"/>
                  <a:pt x="23143" y="116319"/>
                  <a:pt x="51698" y="116319"/>
                </a:cubicBezTo>
                <a:cubicBezTo>
                  <a:pt x="56867" y="116319"/>
                  <a:pt x="61875" y="117087"/>
                  <a:pt x="66601" y="118500"/>
                </a:cubicBezTo>
                <a:cubicBezTo>
                  <a:pt x="53313" y="133363"/>
                  <a:pt x="45235" y="152992"/>
                  <a:pt x="45235" y="174479"/>
                </a:cubicBezTo>
                <a:lnTo>
                  <a:pt x="45235" y="180941"/>
                </a:lnTo>
                <a:cubicBezTo>
                  <a:pt x="45235" y="185546"/>
                  <a:pt x="46205" y="189908"/>
                  <a:pt x="47941" y="193866"/>
                </a:cubicBezTo>
                <a:lnTo>
                  <a:pt x="12924" y="193866"/>
                </a:lnTo>
                <a:cubicBezTo>
                  <a:pt x="5776" y="193866"/>
                  <a:pt x="0" y="188090"/>
                  <a:pt x="0" y="180941"/>
                </a:cubicBezTo>
                <a:lnTo>
                  <a:pt x="0" y="168017"/>
                </a:lnTo>
                <a:close/>
                <a:moveTo>
                  <a:pt x="210546" y="193866"/>
                </a:moveTo>
                <a:cubicBezTo>
                  <a:pt x="212283" y="189908"/>
                  <a:pt x="213252" y="185546"/>
                  <a:pt x="213252" y="180941"/>
                </a:cubicBezTo>
                <a:lnTo>
                  <a:pt x="213252" y="174479"/>
                </a:lnTo>
                <a:cubicBezTo>
                  <a:pt x="213252" y="152992"/>
                  <a:pt x="205175" y="133363"/>
                  <a:pt x="191887" y="118500"/>
                </a:cubicBezTo>
                <a:cubicBezTo>
                  <a:pt x="196612" y="117087"/>
                  <a:pt x="201620" y="116319"/>
                  <a:pt x="206790" y="116319"/>
                </a:cubicBezTo>
                <a:cubicBezTo>
                  <a:pt x="235345" y="116319"/>
                  <a:pt x="258488" y="139462"/>
                  <a:pt x="258488" y="168017"/>
                </a:cubicBezTo>
                <a:lnTo>
                  <a:pt x="258488" y="180941"/>
                </a:lnTo>
                <a:cubicBezTo>
                  <a:pt x="258488" y="188090"/>
                  <a:pt x="252712" y="193866"/>
                  <a:pt x="245563" y="193866"/>
                </a:cubicBezTo>
                <a:lnTo>
                  <a:pt x="210546" y="193866"/>
                </a:lnTo>
                <a:close/>
                <a:moveTo>
                  <a:pt x="190635" y="64622"/>
                </a:moveTo>
                <a:cubicBezTo>
                  <a:pt x="190635" y="48572"/>
                  <a:pt x="203665" y="35542"/>
                  <a:pt x="219714" y="35542"/>
                </a:cubicBezTo>
                <a:cubicBezTo>
                  <a:pt x="235764" y="35542"/>
                  <a:pt x="248794" y="48572"/>
                  <a:pt x="248794" y="64622"/>
                </a:cubicBezTo>
                <a:cubicBezTo>
                  <a:pt x="248794" y="80672"/>
                  <a:pt x="235764" y="93702"/>
                  <a:pt x="219714" y="93702"/>
                </a:cubicBezTo>
                <a:cubicBezTo>
                  <a:pt x="203665" y="93702"/>
                  <a:pt x="190635" y="80672"/>
                  <a:pt x="190635" y="64622"/>
                </a:cubicBezTo>
                <a:close/>
                <a:moveTo>
                  <a:pt x="64622" y="174479"/>
                </a:moveTo>
                <a:cubicBezTo>
                  <a:pt x="64622" y="138776"/>
                  <a:pt x="93540" y="109857"/>
                  <a:pt x="129244" y="109857"/>
                </a:cubicBezTo>
                <a:cubicBezTo>
                  <a:pt x="164947" y="109857"/>
                  <a:pt x="193866" y="138776"/>
                  <a:pt x="193866" y="174479"/>
                </a:cubicBezTo>
                <a:lnTo>
                  <a:pt x="193866" y="180941"/>
                </a:lnTo>
                <a:cubicBezTo>
                  <a:pt x="193866" y="188090"/>
                  <a:pt x="188090" y="193866"/>
                  <a:pt x="180941" y="193866"/>
                </a:cubicBezTo>
                <a:lnTo>
                  <a:pt x="77546" y="193866"/>
                </a:lnTo>
                <a:cubicBezTo>
                  <a:pt x="70397" y="193866"/>
                  <a:pt x="64622" y="188090"/>
                  <a:pt x="64622" y="180941"/>
                </a:cubicBezTo>
                <a:lnTo>
                  <a:pt x="64622" y="174479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" name="Text 6"/>
          <p:cNvSpPr/>
          <p:nvPr/>
        </p:nvSpPr>
        <p:spPr>
          <a:xfrm>
            <a:off x="1068281" y="1273960"/>
            <a:ext cx="930555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核心团队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380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29687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1" name="Text 9"/>
          <p:cNvSpPr/>
          <p:nvPr/>
        </p:nvSpPr>
        <p:spPr>
          <a:xfrm>
            <a:off x="995222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589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王鹏飞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897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项目负责人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24970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2503276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16" name="Text 14"/>
          <p:cNvSpPr/>
          <p:nvPr/>
        </p:nvSpPr>
        <p:spPr>
          <a:xfrm>
            <a:off x="2468811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98178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鲍蕴航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2486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前端开发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8558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976865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1" name="Text 19"/>
          <p:cNvSpPr/>
          <p:nvPr/>
        </p:nvSpPr>
        <p:spPr>
          <a:xfrm>
            <a:off x="3942400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71767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6075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后端开发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72147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450454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26" name="Text 24"/>
          <p:cNvSpPr/>
          <p:nvPr/>
        </p:nvSpPr>
        <p:spPr>
          <a:xfrm>
            <a:off x="5415989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5355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9664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5737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924043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1" name="Text 29"/>
          <p:cNvSpPr/>
          <p:nvPr/>
        </p:nvSpPr>
        <p:spPr>
          <a:xfrm>
            <a:off x="6889578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8945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果家弘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23253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测试运维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380" y="2927953"/>
            <a:ext cx="7263502" cy="379115"/>
          </a:xfrm>
          <a:custGeom>
            <a:avLst/>
            <a:gdLst/>
            <a:ahLst/>
            <a:cxnLst/>
            <a:rect l="l" t="t" r="r" b="b"/>
            <a:pathLst>
              <a:path w="7263502" h="379115">
                <a:moveTo>
                  <a:pt x="68931" y="0"/>
                </a:moveTo>
                <a:lnTo>
                  <a:pt x="7194572" y="0"/>
                </a:lnTo>
                <a:cubicBezTo>
                  <a:pt x="7232641" y="0"/>
                  <a:pt x="7263502" y="30861"/>
                  <a:pt x="7263502" y="68931"/>
                </a:cubicBezTo>
                <a:lnTo>
                  <a:pt x="7263502" y="310184"/>
                </a:lnTo>
                <a:cubicBezTo>
                  <a:pt x="7263502" y="348254"/>
                  <a:pt x="7232641" y="379115"/>
                  <a:pt x="7194572" y="379115"/>
                </a:cubicBezTo>
                <a:lnTo>
                  <a:pt x="68931" y="379115"/>
                </a:lnTo>
                <a:cubicBezTo>
                  <a:pt x="30861" y="379115"/>
                  <a:pt x="0" y="348254"/>
                  <a:pt x="0" y="310184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896848" y="3055253"/>
            <a:ext cx="135706" cy="120628"/>
          </a:xfrm>
          <a:custGeom>
            <a:avLst/>
            <a:gdLst/>
            <a:ahLst/>
            <a:cxnLst/>
            <a:rect l="l" t="t" r="r" b="b"/>
            <a:pathLst>
              <a:path w="135706" h="120628">
                <a:moveTo>
                  <a:pt x="11309" y="46131"/>
                </a:moveTo>
                <a:lnTo>
                  <a:pt x="60597" y="66416"/>
                </a:lnTo>
                <a:cubicBezTo>
                  <a:pt x="62905" y="67358"/>
                  <a:pt x="65356" y="67853"/>
                  <a:pt x="67853" y="67853"/>
                </a:cubicBezTo>
                <a:cubicBezTo>
                  <a:pt x="70350" y="67853"/>
                  <a:pt x="72801" y="67358"/>
                  <a:pt x="75110" y="66416"/>
                </a:cubicBezTo>
                <a:lnTo>
                  <a:pt x="132219" y="42903"/>
                </a:lnTo>
                <a:cubicBezTo>
                  <a:pt x="134340" y="42031"/>
                  <a:pt x="135706" y="39981"/>
                  <a:pt x="135706" y="37696"/>
                </a:cubicBezTo>
                <a:cubicBezTo>
                  <a:pt x="135706" y="35411"/>
                  <a:pt x="134340" y="33361"/>
                  <a:pt x="132219" y="32489"/>
                </a:cubicBezTo>
                <a:lnTo>
                  <a:pt x="75110" y="8976"/>
                </a:lnTo>
                <a:cubicBezTo>
                  <a:pt x="72801" y="8034"/>
                  <a:pt x="70350" y="7539"/>
                  <a:pt x="67853" y="7539"/>
                </a:cubicBezTo>
                <a:cubicBezTo>
                  <a:pt x="65356" y="7539"/>
                  <a:pt x="62905" y="8034"/>
                  <a:pt x="60597" y="8976"/>
                </a:cubicBezTo>
                <a:lnTo>
                  <a:pt x="3487" y="32489"/>
                </a:lnTo>
                <a:cubicBezTo>
                  <a:pt x="1366" y="33361"/>
                  <a:pt x="0" y="35411"/>
                  <a:pt x="0" y="37696"/>
                </a:cubicBezTo>
                <a:lnTo>
                  <a:pt x="0" y="107434"/>
                </a:lnTo>
                <a:cubicBezTo>
                  <a:pt x="0" y="110567"/>
                  <a:pt x="2521" y="113088"/>
                  <a:pt x="5654" y="113088"/>
                </a:cubicBezTo>
                <a:cubicBezTo>
                  <a:pt x="8788" y="113088"/>
                  <a:pt x="11309" y="110567"/>
                  <a:pt x="11309" y="107434"/>
                </a:cubicBezTo>
                <a:lnTo>
                  <a:pt x="11309" y="46131"/>
                </a:lnTo>
                <a:close/>
                <a:moveTo>
                  <a:pt x="22618" y="63023"/>
                </a:moveTo>
                <a:lnTo>
                  <a:pt x="22618" y="90471"/>
                </a:lnTo>
                <a:cubicBezTo>
                  <a:pt x="22618" y="102958"/>
                  <a:pt x="42879" y="113088"/>
                  <a:pt x="67853" y="113088"/>
                </a:cubicBezTo>
                <a:cubicBezTo>
                  <a:pt x="92827" y="113088"/>
                  <a:pt x="113088" y="102958"/>
                  <a:pt x="113088" y="90471"/>
                </a:cubicBezTo>
                <a:lnTo>
                  <a:pt x="113088" y="63000"/>
                </a:lnTo>
                <a:lnTo>
                  <a:pt x="79421" y="76877"/>
                </a:lnTo>
                <a:cubicBezTo>
                  <a:pt x="75746" y="78384"/>
                  <a:pt x="71835" y="79162"/>
                  <a:pt x="67853" y="79162"/>
                </a:cubicBezTo>
                <a:cubicBezTo>
                  <a:pt x="63871" y="79162"/>
                  <a:pt x="59960" y="78384"/>
                  <a:pt x="56285" y="76877"/>
                </a:cubicBezTo>
                <a:lnTo>
                  <a:pt x="22618" y="63000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36" name="Text 34"/>
          <p:cNvSpPr/>
          <p:nvPr/>
        </p:nvSpPr>
        <p:spPr>
          <a:xfrm>
            <a:off x="817830" y="3031323"/>
            <a:ext cx="6923785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5名核心成员均为23届、24届物联网工程专业，专业背景与项目技术需求高度契合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4650" y="3702819"/>
            <a:ext cx="7677083" cy="1395355"/>
          </a:xfrm>
          <a:custGeom>
            <a:avLst/>
            <a:gdLst/>
            <a:ahLst/>
            <a:cxnLst/>
            <a:rect l="l" t="t" r="r" b="b"/>
            <a:pathLst>
              <a:path w="7677083" h="1395355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1291959"/>
                </a:lnTo>
                <a:cubicBezTo>
                  <a:pt x="7677083" y="1349063"/>
                  <a:pt x="7630791" y="1395355"/>
                  <a:pt x="7573687" y="1395355"/>
                </a:cubicBezTo>
                <a:lnTo>
                  <a:pt x="103396" y="1395355"/>
                </a:lnTo>
                <a:cubicBezTo>
                  <a:pt x="46292" y="1395355"/>
                  <a:pt x="0" y="1349063"/>
                  <a:pt x="0" y="1291959"/>
                </a:cubicBez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4650" y="3702819"/>
            <a:ext cx="7677083" cy="33508"/>
          </a:xfrm>
          <a:custGeom>
            <a:avLst/>
            <a:gdLst/>
            <a:ahLst/>
            <a:cxnLst/>
            <a:rect l="l" t="t" r="r" b="b"/>
            <a:pathLst>
              <a:path w="7677083" h="33508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33508"/>
                </a:lnTo>
                <a:lnTo>
                  <a:pt x="0" y="33508"/>
                </a:ln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9" name="Shape 37"/>
          <p:cNvSpPr/>
          <p:nvPr/>
        </p:nvSpPr>
        <p:spPr>
          <a:xfrm>
            <a:off x="551380" y="3926303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67715" y="4029664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99316" y="-10461"/>
                </a:moveTo>
                <a:cubicBezTo>
                  <a:pt x="93904" y="-13773"/>
                  <a:pt x="87078" y="-13773"/>
                  <a:pt x="81666" y="-10461"/>
                </a:cubicBezTo>
                <a:cubicBezTo>
                  <a:pt x="71811" y="-4443"/>
                  <a:pt x="65712" y="-2827"/>
                  <a:pt x="54161" y="-3070"/>
                </a:cubicBezTo>
                <a:cubicBezTo>
                  <a:pt x="47820" y="-3231"/>
                  <a:pt x="41923" y="202"/>
                  <a:pt x="38854" y="5776"/>
                </a:cubicBezTo>
                <a:cubicBezTo>
                  <a:pt x="33321" y="15913"/>
                  <a:pt x="28838" y="20396"/>
                  <a:pt x="18700" y="25930"/>
                </a:cubicBezTo>
                <a:cubicBezTo>
                  <a:pt x="13126" y="28959"/>
                  <a:pt x="9734" y="34896"/>
                  <a:pt x="9855" y="41237"/>
                </a:cubicBezTo>
                <a:cubicBezTo>
                  <a:pt x="10138" y="52788"/>
                  <a:pt x="8482" y="58887"/>
                  <a:pt x="2464" y="68742"/>
                </a:cubicBezTo>
                <a:cubicBezTo>
                  <a:pt x="-848" y="74154"/>
                  <a:pt x="-848" y="80979"/>
                  <a:pt x="2464" y="86391"/>
                </a:cubicBezTo>
                <a:cubicBezTo>
                  <a:pt x="8482" y="96246"/>
                  <a:pt x="10097" y="102345"/>
                  <a:pt x="9855" y="113896"/>
                </a:cubicBezTo>
                <a:cubicBezTo>
                  <a:pt x="9693" y="120237"/>
                  <a:pt x="13126" y="126134"/>
                  <a:pt x="18700" y="129203"/>
                </a:cubicBezTo>
                <a:cubicBezTo>
                  <a:pt x="27626" y="134090"/>
                  <a:pt x="32149" y="138129"/>
                  <a:pt x="36915" y="145965"/>
                </a:cubicBezTo>
                <a:lnTo>
                  <a:pt x="17246" y="185182"/>
                </a:lnTo>
                <a:cubicBezTo>
                  <a:pt x="14863" y="189988"/>
                  <a:pt x="16802" y="195804"/>
                  <a:pt x="21568" y="198187"/>
                </a:cubicBezTo>
                <a:lnTo>
                  <a:pt x="56302" y="215554"/>
                </a:lnTo>
                <a:cubicBezTo>
                  <a:pt x="60947" y="217857"/>
                  <a:pt x="66601" y="216120"/>
                  <a:pt x="69105" y="211596"/>
                </a:cubicBezTo>
                <a:lnTo>
                  <a:pt x="90430" y="173187"/>
                </a:lnTo>
                <a:lnTo>
                  <a:pt x="111756" y="211596"/>
                </a:lnTo>
                <a:cubicBezTo>
                  <a:pt x="114260" y="216120"/>
                  <a:pt x="119914" y="217897"/>
                  <a:pt x="124559" y="215554"/>
                </a:cubicBezTo>
                <a:lnTo>
                  <a:pt x="159293" y="198187"/>
                </a:lnTo>
                <a:cubicBezTo>
                  <a:pt x="164099" y="195804"/>
                  <a:pt x="166038" y="189988"/>
                  <a:pt x="163615" y="185182"/>
                </a:cubicBezTo>
                <a:lnTo>
                  <a:pt x="143986" y="145924"/>
                </a:lnTo>
                <a:cubicBezTo>
                  <a:pt x="148711" y="138089"/>
                  <a:pt x="153275" y="134050"/>
                  <a:pt x="162201" y="129163"/>
                </a:cubicBezTo>
                <a:cubicBezTo>
                  <a:pt x="167775" y="126134"/>
                  <a:pt x="171167" y="120197"/>
                  <a:pt x="171046" y="113856"/>
                </a:cubicBezTo>
                <a:cubicBezTo>
                  <a:pt x="170763" y="102305"/>
                  <a:pt x="172419" y="96206"/>
                  <a:pt x="178437" y="86351"/>
                </a:cubicBezTo>
                <a:cubicBezTo>
                  <a:pt x="181749" y="80939"/>
                  <a:pt x="181749" y="74113"/>
                  <a:pt x="178437" y="68701"/>
                </a:cubicBezTo>
                <a:cubicBezTo>
                  <a:pt x="172419" y="58846"/>
                  <a:pt x="170804" y="52748"/>
                  <a:pt x="171046" y="41196"/>
                </a:cubicBezTo>
                <a:cubicBezTo>
                  <a:pt x="171208" y="34855"/>
                  <a:pt x="167775" y="28959"/>
                  <a:pt x="162201" y="25889"/>
                </a:cubicBezTo>
                <a:cubicBezTo>
                  <a:pt x="152063" y="20356"/>
                  <a:pt x="147580" y="15873"/>
                  <a:pt x="142047" y="5735"/>
                </a:cubicBezTo>
                <a:cubicBezTo>
                  <a:pt x="139018" y="162"/>
                  <a:pt x="133081" y="-3231"/>
                  <a:pt x="126740" y="-3110"/>
                </a:cubicBezTo>
                <a:cubicBezTo>
                  <a:pt x="115189" y="-2827"/>
                  <a:pt x="109090" y="-4483"/>
                  <a:pt x="99235" y="-10501"/>
                </a:cubicBezTo>
                <a:close/>
                <a:moveTo>
                  <a:pt x="90471" y="38773"/>
                </a:moveTo>
                <a:cubicBezTo>
                  <a:pt x="111870" y="38773"/>
                  <a:pt x="129244" y="56147"/>
                  <a:pt x="129244" y="77546"/>
                </a:cubicBezTo>
                <a:cubicBezTo>
                  <a:pt x="129244" y="98946"/>
                  <a:pt x="111870" y="116319"/>
                  <a:pt x="90471" y="116319"/>
                </a:cubicBezTo>
                <a:cubicBezTo>
                  <a:pt x="69071" y="116319"/>
                  <a:pt x="51698" y="98946"/>
                  <a:pt x="51698" y="77546"/>
                </a:cubicBezTo>
                <a:cubicBezTo>
                  <a:pt x="51698" y="56147"/>
                  <a:pt x="69071" y="38773"/>
                  <a:pt x="90471" y="38773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1" name="Text 39"/>
          <p:cNvSpPr/>
          <p:nvPr/>
        </p:nvSpPr>
        <p:spPr>
          <a:xfrm>
            <a:off x="1068281" y="3995191"/>
            <a:ext cx="930555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团队优势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861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3" name="Text 41"/>
          <p:cNvSpPr/>
          <p:nvPr/>
        </p:nvSpPr>
        <p:spPr>
          <a:xfrm>
            <a:off x="792591" y="4477684"/>
            <a:ext cx="175771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专业背景强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2591" y="4718821"/>
            <a:ext cx="174910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物联网工程专业，技术基础扎实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03606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6" name="Text 44"/>
          <p:cNvSpPr/>
          <p:nvPr/>
        </p:nvSpPr>
        <p:spPr>
          <a:xfrm>
            <a:off x="3260041" y="4477684"/>
            <a:ext cx="163708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分工明确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60041" y="4718821"/>
            <a:ext cx="162847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五大岗位协同配合，体系完整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0351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9" name="Text 47"/>
          <p:cNvSpPr/>
          <p:nvPr/>
        </p:nvSpPr>
        <p:spPr>
          <a:xfrm>
            <a:off x="5727491" y="4477684"/>
            <a:ext cx="163708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经验丰富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27491" y="4718821"/>
            <a:ext cx="162847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具备对应技术开发与实操经验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29421" y="964835"/>
            <a:ext cx="3618827" cy="3687757"/>
          </a:xfrm>
          <a:custGeom>
            <a:avLst/>
            <a:gdLst/>
            <a:ahLst/>
            <a:cxnLst/>
            <a:rect l="l" t="t" r="r" b="b"/>
            <a:pathLst>
              <a:path w="3618827" h="3687757">
                <a:moveTo>
                  <a:pt x="103390" y="0"/>
                </a:moveTo>
                <a:lnTo>
                  <a:pt x="3515437" y="0"/>
                </a:lnTo>
                <a:cubicBezTo>
                  <a:pt x="3572538" y="0"/>
                  <a:pt x="3618827" y="46289"/>
                  <a:pt x="3618827" y="103390"/>
                </a:cubicBezTo>
                <a:lnTo>
                  <a:pt x="3618827" y="3584367"/>
                </a:lnTo>
                <a:cubicBezTo>
                  <a:pt x="3618827" y="3641468"/>
                  <a:pt x="3572538" y="3687757"/>
                  <a:pt x="3515437" y="3687757"/>
                </a:cubicBezTo>
                <a:lnTo>
                  <a:pt x="103390" y="3687757"/>
                </a:lnTo>
                <a:cubicBezTo>
                  <a:pt x="46289" y="3687757"/>
                  <a:pt x="0" y="3641468"/>
                  <a:pt x="0" y="3584367"/>
                </a:cubicBezTo>
                <a:lnTo>
                  <a:pt x="0" y="103390"/>
                </a:lnTo>
                <a:cubicBezTo>
                  <a:pt x="0" y="46289"/>
                  <a:pt x="46289" y="0"/>
                  <a:pt x="1033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A726"/>
              </a:gs>
              <a:gs pos="100000">
                <a:srgbClr val="F57C00"/>
              </a:gs>
            </a:gsLst>
            <a:lin ang="2700000" scaled="1"/>
          </a:gradFill>
          <a:effectLst>
            <a:outerShdw blurRad="129244" dist="861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57692" y="1205973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43081" y="32311"/>
                </a:moveTo>
                <a:lnTo>
                  <a:pt x="43081" y="26926"/>
                </a:lnTo>
                <a:cubicBezTo>
                  <a:pt x="43081" y="12049"/>
                  <a:pt x="72027" y="0"/>
                  <a:pt x="107703" y="0"/>
                </a:cubicBezTo>
                <a:cubicBezTo>
                  <a:pt x="143380" y="0"/>
                  <a:pt x="172325" y="12049"/>
                  <a:pt x="172325" y="26926"/>
                </a:cubicBezTo>
                <a:lnTo>
                  <a:pt x="172325" y="32311"/>
                </a:lnTo>
                <a:cubicBezTo>
                  <a:pt x="172325" y="42610"/>
                  <a:pt x="158425" y="51563"/>
                  <a:pt x="137995" y="56107"/>
                </a:cubicBezTo>
                <a:cubicBezTo>
                  <a:pt x="137187" y="55164"/>
                  <a:pt x="136345" y="54255"/>
                  <a:pt x="135504" y="53414"/>
                </a:cubicBezTo>
                <a:cubicBezTo>
                  <a:pt x="130287" y="48264"/>
                  <a:pt x="123556" y="44360"/>
                  <a:pt x="116521" y="41466"/>
                </a:cubicBezTo>
                <a:cubicBezTo>
                  <a:pt x="102419" y="35576"/>
                  <a:pt x="84042" y="32345"/>
                  <a:pt x="64622" y="32345"/>
                </a:cubicBezTo>
                <a:cubicBezTo>
                  <a:pt x="57251" y="32345"/>
                  <a:pt x="50048" y="32816"/>
                  <a:pt x="43149" y="33725"/>
                </a:cubicBezTo>
                <a:cubicBezTo>
                  <a:pt x="43081" y="33287"/>
                  <a:pt x="43081" y="32816"/>
                  <a:pt x="43081" y="32345"/>
                </a:cubicBezTo>
                <a:close/>
                <a:moveTo>
                  <a:pt x="145399" y="118810"/>
                </a:moveTo>
                <a:lnTo>
                  <a:pt x="145399" y="103260"/>
                </a:lnTo>
                <a:cubicBezTo>
                  <a:pt x="150482" y="101948"/>
                  <a:pt x="155261" y="100400"/>
                  <a:pt x="159603" y="98582"/>
                </a:cubicBezTo>
                <a:cubicBezTo>
                  <a:pt x="164045" y="96731"/>
                  <a:pt x="168387" y="94476"/>
                  <a:pt x="172325" y="91750"/>
                </a:cubicBezTo>
                <a:lnTo>
                  <a:pt x="172325" y="96933"/>
                </a:lnTo>
                <a:cubicBezTo>
                  <a:pt x="172325" y="105953"/>
                  <a:pt x="161723" y="113930"/>
                  <a:pt x="145399" y="118810"/>
                </a:cubicBezTo>
                <a:close/>
                <a:moveTo>
                  <a:pt x="145399" y="86499"/>
                </a:moveTo>
                <a:lnTo>
                  <a:pt x="145399" y="75392"/>
                </a:lnTo>
                <a:cubicBezTo>
                  <a:pt x="145399" y="73878"/>
                  <a:pt x="145265" y="72430"/>
                  <a:pt x="145063" y="71017"/>
                </a:cubicBezTo>
                <a:cubicBezTo>
                  <a:pt x="150280" y="69704"/>
                  <a:pt x="155160" y="68122"/>
                  <a:pt x="159603" y="66237"/>
                </a:cubicBezTo>
                <a:cubicBezTo>
                  <a:pt x="164045" y="64353"/>
                  <a:pt x="168387" y="62131"/>
                  <a:pt x="172325" y="59405"/>
                </a:cubicBezTo>
                <a:lnTo>
                  <a:pt x="172325" y="64588"/>
                </a:lnTo>
                <a:cubicBezTo>
                  <a:pt x="172325" y="73608"/>
                  <a:pt x="161723" y="81585"/>
                  <a:pt x="145399" y="86465"/>
                </a:cubicBezTo>
                <a:close/>
                <a:moveTo>
                  <a:pt x="0" y="80777"/>
                </a:moveTo>
                <a:lnTo>
                  <a:pt x="0" y="75392"/>
                </a:lnTo>
                <a:cubicBezTo>
                  <a:pt x="0" y="60516"/>
                  <a:pt x="28945" y="48466"/>
                  <a:pt x="64622" y="48466"/>
                </a:cubicBezTo>
                <a:cubicBezTo>
                  <a:pt x="100299" y="48466"/>
                  <a:pt x="129244" y="60516"/>
                  <a:pt x="129244" y="75392"/>
                </a:cubicBezTo>
                <a:lnTo>
                  <a:pt x="129244" y="80777"/>
                </a:lnTo>
                <a:cubicBezTo>
                  <a:pt x="129244" y="95654"/>
                  <a:pt x="100299" y="107703"/>
                  <a:pt x="64622" y="107703"/>
                </a:cubicBezTo>
                <a:cubicBezTo>
                  <a:pt x="28945" y="107703"/>
                  <a:pt x="0" y="95654"/>
                  <a:pt x="0" y="80777"/>
                </a:cubicBezTo>
                <a:close/>
                <a:moveTo>
                  <a:pt x="129244" y="113088"/>
                </a:moveTo>
                <a:cubicBezTo>
                  <a:pt x="129244" y="127965"/>
                  <a:pt x="100299" y="140014"/>
                  <a:pt x="64622" y="140014"/>
                </a:cubicBezTo>
                <a:cubicBezTo>
                  <a:pt x="28945" y="140014"/>
                  <a:pt x="0" y="127965"/>
                  <a:pt x="0" y="113088"/>
                </a:cubicBezTo>
                <a:lnTo>
                  <a:pt x="0" y="107905"/>
                </a:lnTo>
                <a:cubicBezTo>
                  <a:pt x="3904" y="110631"/>
                  <a:pt x="8246" y="112853"/>
                  <a:pt x="12722" y="114738"/>
                </a:cubicBezTo>
                <a:cubicBezTo>
                  <a:pt x="26825" y="120628"/>
                  <a:pt x="45202" y="123859"/>
                  <a:pt x="64622" y="123859"/>
                </a:cubicBezTo>
                <a:cubicBezTo>
                  <a:pt x="84042" y="123859"/>
                  <a:pt x="102419" y="120594"/>
                  <a:pt x="116521" y="114738"/>
                </a:cubicBezTo>
                <a:cubicBezTo>
                  <a:pt x="120964" y="112886"/>
                  <a:pt x="125306" y="110631"/>
                  <a:pt x="129244" y="107905"/>
                </a:cubicBezTo>
                <a:lnTo>
                  <a:pt x="129244" y="113088"/>
                </a:lnTo>
                <a:close/>
                <a:moveTo>
                  <a:pt x="129244" y="140216"/>
                </a:moveTo>
                <a:lnTo>
                  <a:pt x="129244" y="145399"/>
                </a:lnTo>
                <a:cubicBezTo>
                  <a:pt x="129244" y="160276"/>
                  <a:pt x="100299" y="172325"/>
                  <a:pt x="64622" y="172325"/>
                </a:cubicBezTo>
                <a:cubicBezTo>
                  <a:pt x="28945" y="172325"/>
                  <a:pt x="0" y="160276"/>
                  <a:pt x="0" y="145399"/>
                </a:cubicBezTo>
                <a:lnTo>
                  <a:pt x="0" y="140216"/>
                </a:lnTo>
                <a:cubicBezTo>
                  <a:pt x="3904" y="142942"/>
                  <a:pt x="8246" y="145164"/>
                  <a:pt x="12722" y="147048"/>
                </a:cubicBezTo>
                <a:cubicBezTo>
                  <a:pt x="26825" y="152939"/>
                  <a:pt x="45202" y="156170"/>
                  <a:pt x="64622" y="156170"/>
                </a:cubicBezTo>
                <a:cubicBezTo>
                  <a:pt x="84042" y="156170"/>
                  <a:pt x="102419" y="152905"/>
                  <a:pt x="116521" y="147048"/>
                </a:cubicBezTo>
                <a:cubicBezTo>
                  <a:pt x="120964" y="145197"/>
                  <a:pt x="125306" y="142942"/>
                  <a:pt x="129244" y="1402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8651558" y="1171567"/>
            <a:ext cx="307600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6151" y="1550623"/>
            <a:ext cx="3205247" cy="1378601"/>
          </a:xfrm>
          <a:custGeom>
            <a:avLst/>
            <a:gdLst/>
            <a:ahLst/>
            <a:cxnLst/>
            <a:rect l="l" t="t" r="r" b="b"/>
            <a:pathLst>
              <a:path w="3205247" h="1378601">
                <a:moveTo>
                  <a:pt x="68930" y="0"/>
                </a:moveTo>
                <a:lnTo>
                  <a:pt x="3136317" y="0"/>
                </a:lnTo>
                <a:cubicBezTo>
                  <a:pt x="3174386" y="0"/>
                  <a:pt x="3205247" y="30861"/>
                  <a:pt x="3205247" y="68930"/>
                </a:cubicBezTo>
                <a:lnTo>
                  <a:pt x="3205247" y="1309671"/>
                </a:lnTo>
                <a:cubicBezTo>
                  <a:pt x="3205247" y="1347740"/>
                  <a:pt x="3174386" y="1378601"/>
                  <a:pt x="3136317" y="1378601"/>
                </a:cubicBezTo>
                <a:lnTo>
                  <a:pt x="68930" y="1378601"/>
                </a:lnTo>
                <a:cubicBezTo>
                  <a:pt x="30861" y="1378601"/>
                  <a:pt x="0" y="1347740"/>
                  <a:pt x="0" y="1309671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595537" y="1722948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108208" y="23156"/>
                </a:moveTo>
                <a:cubicBezTo>
                  <a:pt x="110766" y="18814"/>
                  <a:pt x="115411" y="16155"/>
                  <a:pt x="120426" y="16155"/>
                </a:cubicBezTo>
                <a:lnTo>
                  <a:pt x="121166" y="16155"/>
                </a:lnTo>
                <a:cubicBezTo>
                  <a:pt x="128604" y="16155"/>
                  <a:pt x="134629" y="22180"/>
                  <a:pt x="134629" y="29618"/>
                </a:cubicBezTo>
                <a:cubicBezTo>
                  <a:pt x="134629" y="37057"/>
                  <a:pt x="128604" y="43081"/>
                  <a:pt x="121166" y="43081"/>
                </a:cubicBezTo>
                <a:lnTo>
                  <a:pt x="96495" y="43081"/>
                </a:lnTo>
                <a:lnTo>
                  <a:pt x="108208" y="23156"/>
                </a:lnTo>
                <a:close/>
                <a:moveTo>
                  <a:pt x="64117" y="23156"/>
                </a:moveTo>
                <a:lnTo>
                  <a:pt x="75830" y="43081"/>
                </a:lnTo>
                <a:lnTo>
                  <a:pt x="51159" y="43081"/>
                </a:lnTo>
                <a:cubicBezTo>
                  <a:pt x="43721" y="43081"/>
                  <a:pt x="37696" y="37057"/>
                  <a:pt x="37696" y="29618"/>
                </a:cubicBezTo>
                <a:cubicBezTo>
                  <a:pt x="37696" y="22180"/>
                  <a:pt x="43721" y="16155"/>
                  <a:pt x="51159" y="16155"/>
                </a:cubicBezTo>
                <a:lnTo>
                  <a:pt x="51899" y="16155"/>
                </a:lnTo>
                <a:cubicBezTo>
                  <a:pt x="56914" y="16155"/>
                  <a:pt x="61593" y="18814"/>
                  <a:pt x="64117" y="23156"/>
                </a:cubicBezTo>
                <a:close/>
                <a:moveTo>
                  <a:pt x="94274" y="14977"/>
                </a:moveTo>
                <a:lnTo>
                  <a:pt x="86163" y="28777"/>
                </a:lnTo>
                <a:lnTo>
                  <a:pt x="78051" y="14977"/>
                </a:lnTo>
                <a:cubicBezTo>
                  <a:pt x="72599" y="5688"/>
                  <a:pt x="62636" y="0"/>
                  <a:pt x="51899" y="0"/>
                </a:cubicBezTo>
                <a:lnTo>
                  <a:pt x="51159" y="0"/>
                </a:lnTo>
                <a:cubicBezTo>
                  <a:pt x="34802" y="0"/>
                  <a:pt x="21541" y="13261"/>
                  <a:pt x="21541" y="29618"/>
                </a:cubicBezTo>
                <a:cubicBezTo>
                  <a:pt x="21541" y="34465"/>
                  <a:pt x="22719" y="39042"/>
                  <a:pt x="24772" y="43081"/>
                </a:cubicBezTo>
                <a:lnTo>
                  <a:pt x="10770" y="43081"/>
                </a:lnTo>
                <a:cubicBezTo>
                  <a:pt x="4813" y="43081"/>
                  <a:pt x="0" y="47894"/>
                  <a:pt x="0" y="53852"/>
                </a:cubicBezTo>
                <a:lnTo>
                  <a:pt x="0" y="64622"/>
                </a:lnTo>
                <a:cubicBezTo>
                  <a:pt x="0" y="70579"/>
                  <a:pt x="4813" y="75392"/>
                  <a:pt x="10770" y="75392"/>
                </a:cubicBezTo>
                <a:lnTo>
                  <a:pt x="161555" y="75392"/>
                </a:lnTo>
                <a:cubicBezTo>
                  <a:pt x="167512" y="75392"/>
                  <a:pt x="172325" y="70579"/>
                  <a:pt x="172325" y="64622"/>
                </a:cubicBezTo>
                <a:lnTo>
                  <a:pt x="172325" y="53852"/>
                </a:lnTo>
                <a:cubicBezTo>
                  <a:pt x="172325" y="47894"/>
                  <a:pt x="167512" y="43081"/>
                  <a:pt x="161555" y="43081"/>
                </a:cubicBezTo>
                <a:lnTo>
                  <a:pt x="147553" y="43081"/>
                </a:lnTo>
                <a:cubicBezTo>
                  <a:pt x="149606" y="39042"/>
                  <a:pt x="150784" y="34465"/>
                  <a:pt x="150784" y="29618"/>
                </a:cubicBezTo>
                <a:cubicBezTo>
                  <a:pt x="150784" y="13261"/>
                  <a:pt x="137523" y="0"/>
                  <a:pt x="121166" y="0"/>
                </a:cubicBezTo>
                <a:lnTo>
                  <a:pt x="120426" y="0"/>
                </a:lnTo>
                <a:cubicBezTo>
                  <a:pt x="109689" y="0"/>
                  <a:pt x="99726" y="5688"/>
                  <a:pt x="94274" y="14944"/>
                </a:cubicBezTo>
                <a:close/>
                <a:moveTo>
                  <a:pt x="161555" y="91548"/>
                </a:moveTo>
                <a:lnTo>
                  <a:pt x="94240" y="91548"/>
                </a:lnTo>
                <a:lnTo>
                  <a:pt x="94240" y="161555"/>
                </a:lnTo>
                <a:lnTo>
                  <a:pt x="140014" y="161555"/>
                </a:lnTo>
                <a:cubicBezTo>
                  <a:pt x="151895" y="161555"/>
                  <a:pt x="161555" y="151895"/>
                  <a:pt x="161555" y="140014"/>
                </a:cubicBezTo>
                <a:lnTo>
                  <a:pt x="161555" y="91548"/>
                </a:lnTo>
                <a:close/>
                <a:moveTo>
                  <a:pt x="78085" y="91548"/>
                </a:moveTo>
                <a:lnTo>
                  <a:pt x="10770" y="91548"/>
                </a:lnTo>
                <a:lnTo>
                  <a:pt x="10770" y="140014"/>
                </a:lnTo>
                <a:cubicBezTo>
                  <a:pt x="10770" y="151895"/>
                  <a:pt x="20430" y="161555"/>
                  <a:pt x="32311" y="161555"/>
                </a:cubicBezTo>
                <a:lnTo>
                  <a:pt x="78085" y="161555"/>
                </a:lnTo>
                <a:lnTo>
                  <a:pt x="78085" y="915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8858288" y="1688466"/>
            <a:ext cx="100810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基础功能免费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94460" y="2022573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8743855" y="1998643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病害识别（3类叶片）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94460" y="2229304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8743855" y="2205374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基础防控建议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94460" y="2436036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8743855" y="2412097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简单天气查询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94460" y="2642767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8743855" y="2618828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历史记录查询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36151" y="3066848"/>
            <a:ext cx="3205247" cy="1378601"/>
          </a:xfrm>
          <a:custGeom>
            <a:avLst/>
            <a:gdLst/>
            <a:ahLst/>
            <a:cxnLst/>
            <a:rect l="l" t="t" r="r" b="b"/>
            <a:pathLst>
              <a:path w="3205247" h="1378601">
                <a:moveTo>
                  <a:pt x="68930" y="0"/>
                </a:moveTo>
                <a:lnTo>
                  <a:pt x="3136317" y="0"/>
                </a:lnTo>
                <a:cubicBezTo>
                  <a:pt x="3174386" y="0"/>
                  <a:pt x="3205247" y="30861"/>
                  <a:pt x="3205247" y="68930"/>
                </a:cubicBezTo>
                <a:lnTo>
                  <a:pt x="3205247" y="1309671"/>
                </a:lnTo>
                <a:cubicBezTo>
                  <a:pt x="3205247" y="1347740"/>
                  <a:pt x="3174386" y="1378601"/>
                  <a:pt x="3136317" y="1378601"/>
                </a:cubicBezTo>
                <a:lnTo>
                  <a:pt x="68930" y="1378601"/>
                </a:lnTo>
                <a:cubicBezTo>
                  <a:pt x="30861" y="1378601"/>
                  <a:pt x="0" y="1347740"/>
                  <a:pt x="0" y="1309671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584766" y="3239173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05347" y="29349"/>
                </a:moveTo>
                <a:cubicBezTo>
                  <a:pt x="108444" y="26892"/>
                  <a:pt x="110396" y="23089"/>
                  <a:pt x="110396" y="18848"/>
                </a:cubicBezTo>
                <a:cubicBezTo>
                  <a:pt x="110396" y="11410"/>
                  <a:pt x="104371" y="5385"/>
                  <a:pt x="96933" y="5385"/>
                </a:cubicBezTo>
                <a:cubicBezTo>
                  <a:pt x="89495" y="5385"/>
                  <a:pt x="83470" y="11410"/>
                  <a:pt x="83470" y="18848"/>
                </a:cubicBezTo>
                <a:cubicBezTo>
                  <a:pt x="83470" y="23089"/>
                  <a:pt x="85456" y="26892"/>
                  <a:pt x="88519" y="29349"/>
                </a:cubicBezTo>
                <a:lnTo>
                  <a:pt x="65497" y="65564"/>
                </a:lnTo>
                <a:cubicBezTo>
                  <a:pt x="62131" y="70848"/>
                  <a:pt x="54962" y="72161"/>
                  <a:pt x="49947" y="68392"/>
                </a:cubicBezTo>
                <a:lnTo>
                  <a:pt x="29921" y="53414"/>
                </a:lnTo>
                <a:cubicBezTo>
                  <a:pt x="31436" y="51260"/>
                  <a:pt x="32311" y="48601"/>
                  <a:pt x="32311" y="45774"/>
                </a:cubicBezTo>
                <a:cubicBezTo>
                  <a:pt x="32311" y="38336"/>
                  <a:pt x="26286" y="32311"/>
                  <a:pt x="18848" y="32311"/>
                </a:cubicBezTo>
                <a:cubicBezTo>
                  <a:pt x="11410" y="32311"/>
                  <a:pt x="5385" y="38336"/>
                  <a:pt x="5385" y="45774"/>
                </a:cubicBezTo>
                <a:cubicBezTo>
                  <a:pt x="5385" y="53111"/>
                  <a:pt x="11275" y="59102"/>
                  <a:pt x="18579" y="59237"/>
                </a:cubicBezTo>
                <a:lnTo>
                  <a:pt x="29551" y="132441"/>
                </a:lnTo>
                <a:cubicBezTo>
                  <a:pt x="31133" y="142976"/>
                  <a:pt x="40187" y="150784"/>
                  <a:pt x="50856" y="150784"/>
                </a:cubicBezTo>
                <a:lnTo>
                  <a:pt x="143010" y="150784"/>
                </a:lnTo>
                <a:cubicBezTo>
                  <a:pt x="153679" y="150784"/>
                  <a:pt x="162733" y="142976"/>
                  <a:pt x="164315" y="132441"/>
                </a:cubicBezTo>
                <a:lnTo>
                  <a:pt x="175287" y="59237"/>
                </a:lnTo>
                <a:cubicBezTo>
                  <a:pt x="182591" y="59102"/>
                  <a:pt x="188481" y="53111"/>
                  <a:pt x="188481" y="45774"/>
                </a:cubicBezTo>
                <a:cubicBezTo>
                  <a:pt x="188481" y="38336"/>
                  <a:pt x="182456" y="32311"/>
                  <a:pt x="175018" y="32311"/>
                </a:cubicBezTo>
                <a:cubicBezTo>
                  <a:pt x="167579" y="32311"/>
                  <a:pt x="161555" y="38336"/>
                  <a:pt x="161555" y="45774"/>
                </a:cubicBezTo>
                <a:cubicBezTo>
                  <a:pt x="161555" y="48601"/>
                  <a:pt x="162430" y="51260"/>
                  <a:pt x="163944" y="53414"/>
                </a:cubicBezTo>
                <a:lnTo>
                  <a:pt x="143952" y="68425"/>
                </a:lnTo>
                <a:cubicBezTo>
                  <a:pt x="138937" y="72195"/>
                  <a:pt x="131768" y="70882"/>
                  <a:pt x="128402" y="65598"/>
                </a:cubicBezTo>
                <a:lnTo>
                  <a:pt x="105347" y="2934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8858288" y="3204691"/>
            <a:ext cx="100810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增值服务付费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594460" y="3538798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8743855" y="3514860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批量数据导出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594460" y="3745530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1" name="Text 69"/>
          <p:cNvSpPr/>
          <p:nvPr/>
        </p:nvSpPr>
        <p:spPr>
          <a:xfrm>
            <a:off x="8743855" y="3721591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区域病害统计分析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594460" y="3952252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8743855" y="3928322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定制化防控方案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594460" y="4158984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8743855" y="4135053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后端接口对接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29421" y="4824278"/>
            <a:ext cx="3618827" cy="2033436"/>
          </a:xfrm>
          <a:custGeom>
            <a:avLst/>
            <a:gdLst/>
            <a:ahLst/>
            <a:cxnLst/>
            <a:rect l="l" t="t" r="r" b="b"/>
            <a:pathLst>
              <a:path w="3618827" h="2033436">
                <a:moveTo>
                  <a:pt x="103400" y="0"/>
                </a:moveTo>
                <a:lnTo>
                  <a:pt x="3515427" y="0"/>
                </a:lnTo>
                <a:cubicBezTo>
                  <a:pt x="3572533" y="0"/>
                  <a:pt x="3618827" y="46294"/>
                  <a:pt x="3618827" y="103400"/>
                </a:cubicBezTo>
                <a:lnTo>
                  <a:pt x="3618827" y="1930036"/>
                </a:lnTo>
                <a:cubicBezTo>
                  <a:pt x="3618827" y="1987142"/>
                  <a:pt x="3572533" y="2033436"/>
                  <a:pt x="3515427" y="2033436"/>
                </a:cubicBezTo>
                <a:lnTo>
                  <a:pt x="103400" y="2033436"/>
                </a:lnTo>
                <a:cubicBezTo>
                  <a:pt x="46294" y="2033436"/>
                  <a:pt x="0" y="1987142"/>
                  <a:pt x="0" y="1930036"/>
                </a:cubicBezTo>
                <a:lnTo>
                  <a:pt x="0" y="103400"/>
                </a:lnTo>
                <a:cubicBezTo>
                  <a:pt x="0" y="46332"/>
                  <a:pt x="46332" y="0"/>
                  <a:pt x="1034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443691" y="5074090"/>
            <a:ext cx="174479" cy="155093"/>
          </a:xfrm>
          <a:custGeom>
            <a:avLst/>
            <a:gdLst/>
            <a:ahLst/>
            <a:cxnLst/>
            <a:rect l="l" t="t" r="r" b="b"/>
            <a:pathLst>
              <a:path w="174479" h="155093">
                <a:moveTo>
                  <a:pt x="81454" y="25808"/>
                </a:moveTo>
                <a:lnTo>
                  <a:pt x="46134" y="65066"/>
                </a:lnTo>
                <a:cubicBezTo>
                  <a:pt x="44741" y="66611"/>
                  <a:pt x="44801" y="69004"/>
                  <a:pt x="46285" y="70488"/>
                </a:cubicBezTo>
                <a:cubicBezTo>
                  <a:pt x="55524" y="79727"/>
                  <a:pt x="70519" y="79727"/>
                  <a:pt x="79758" y="70488"/>
                </a:cubicBezTo>
                <a:lnTo>
                  <a:pt x="89390" y="60856"/>
                </a:lnTo>
                <a:cubicBezTo>
                  <a:pt x="90663" y="59583"/>
                  <a:pt x="92268" y="58887"/>
                  <a:pt x="93904" y="58766"/>
                </a:cubicBezTo>
                <a:cubicBezTo>
                  <a:pt x="95964" y="58584"/>
                  <a:pt x="98084" y="59281"/>
                  <a:pt x="99659" y="60856"/>
                </a:cubicBezTo>
                <a:lnTo>
                  <a:pt x="153154" y="113896"/>
                </a:lnTo>
                <a:lnTo>
                  <a:pt x="174479" y="96933"/>
                </a:lnTo>
                <a:lnTo>
                  <a:pt x="174479" y="9693"/>
                </a:lnTo>
                <a:lnTo>
                  <a:pt x="140553" y="29080"/>
                </a:lnTo>
                <a:lnTo>
                  <a:pt x="133343" y="24264"/>
                </a:lnTo>
                <a:cubicBezTo>
                  <a:pt x="128557" y="21083"/>
                  <a:pt x="122953" y="19387"/>
                  <a:pt x="117198" y="19387"/>
                </a:cubicBezTo>
                <a:lnTo>
                  <a:pt x="95873" y="19387"/>
                </a:lnTo>
                <a:cubicBezTo>
                  <a:pt x="95539" y="19387"/>
                  <a:pt x="95176" y="19387"/>
                  <a:pt x="94843" y="19417"/>
                </a:cubicBezTo>
                <a:cubicBezTo>
                  <a:pt x="89723" y="19689"/>
                  <a:pt x="84907" y="21992"/>
                  <a:pt x="81454" y="25808"/>
                </a:cubicBezTo>
                <a:close/>
                <a:moveTo>
                  <a:pt x="35320" y="55343"/>
                </a:moveTo>
                <a:lnTo>
                  <a:pt x="67671" y="19387"/>
                </a:lnTo>
                <a:lnTo>
                  <a:pt x="55676" y="19387"/>
                </a:lnTo>
                <a:cubicBezTo>
                  <a:pt x="47951" y="19387"/>
                  <a:pt x="40560" y="22446"/>
                  <a:pt x="35108" y="27898"/>
                </a:cubicBezTo>
                <a:lnTo>
                  <a:pt x="33927" y="29080"/>
                </a:lnTo>
                <a:lnTo>
                  <a:pt x="0" y="9693"/>
                </a:lnTo>
                <a:lnTo>
                  <a:pt x="0" y="96933"/>
                </a:lnTo>
                <a:lnTo>
                  <a:pt x="47376" y="136403"/>
                </a:lnTo>
                <a:cubicBezTo>
                  <a:pt x="54343" y="142219"/>
                  <a:pt x="63128" y="145399"/>
                  <a:pt x="72185" y="145399"/>
                </a:cubicBezTo>
                <a:lnTo>
                  <a:pt x="76940" y="145399"/>
                </a:lnTo>
                <a:lnTo>
                  <a:pt x="74820" y="143279"/>
                </a:lnTo>
                <a:cubicBezTo>
                  <a:pt x="71973" y="140431"/>
                  <a:pt x="71973" y="135827"/>
                  <a:pt x="74820" y="133010"/>
                </a:cubicBezTo>
                <a:cubicBezTo>
                  <a:pt x="77667" y="130193"/>
                  <a:pt x="82272" y="130163"/>
                  <a:pt x="85089" y="133010"/>
                </a:cubicBezTo>
                <a:lnTo>
                  <a:pt x="97508" y="145430"/>
                </a:lnTo>
                <a:lnTo>
                  <a:pt x="100235" y="145430"/>
                </a:lnTo>
                <a:cubicBezTo>
                  <a:pt x="106020" y="145430"/>
                  <a:pt x="111685" y="144127"/>
                  <a:pt x="116834" y="141704"/>
                </a:cubicBezTo>
                <a:lnTo>
                  <a:pt x="108747" y="133586"/>
                </a:lnTo>
                <a:cubicBezTo>
                  <a:pt x="105899" y="130738"/>
                  <a:pt x="105899" y="126134"/>
                  <a:pt x="108747" y="123317"/>
                </a:cubicBezTo>
                <a:cubicBezTo>
                  <a:pt x="111594" y="120500"/>
                  <a:pt x="116198" y="120469"/>
                  <a:pt x="119015" y="123317"/>
                </a:cubicBezTo>
                <a:lnTo>
                  <a:pt x="128709" y="133010"/>
                </a:lnTo>
                <a:lnTo>
                  <a:pt x="134010" y="127709"/>
                </a:lnTo>
                <a:cubicBezTo>
                  <a:pt x="136706" y="125013"/>
                  <a:pt x="137493" y="121105"/>
                  <a:pt x="136312" y="117683"/>
                </a:cubicBezTo>
                <a:lnTo>
                  <a:pt x="94540" y="76244"/>
                </a:lnTo>
                <a:lnTo>
                  <a:pt x="90026" y="80757"/>
                </a:lnTo>
                <a:cubicBezTo>
                  <a:pt x="75093" y="95691"/>
                  <a:pt x="50920" y="95691"/>
                  <a:pt x="35986" y="80757"/>
                </a:cubicBezTo>
                <a:cubicBezTo>
                  <a:pt x="29019" y="73790"/>
                  <a:pt x="28747" y="62613"/>
                  <a:pt x="35320" y="553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78" name="Text 76"/>
          <p:cNvSpPr/>
          <p:nvPr/>
        </p:nvSpPr>
        <p:spPr>
          <a:xfrm>
            <a:off x="8625709" y="5031009"/>
            <a:ext cx="3093235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政企合作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36151" y="5410141"/>
            <a:ext cx="3274177" cy="448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与地方农业管理部门、农业技术推广中心合作，定制后端数据对接模块，实现区域病害数据互通。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453384" y="6013052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1" name="Text 79"/>
          <p:cNvSpPr/>
          <p:nvPr/>
        </p:nvSpPr>
        <p:spPr>
          <a:xfrm>
            <a:off x="8677361" y="5995853"/>
            <a:ext cx="138721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为政府部门提供决策支撑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453384" y="625426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3" name="Text 81"/>
          <p:cNvSpPr/>
          <p:nvPr/>
        </p:nvSpPr>
        <p:spPr>
          <a:xfrm>
            <a:off x="8677361" y="6237058"/>
            <a:ext cx="1025334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拓展项目推广渠道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453384" y="649546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5" name="Text 83"/>
          <p:cNvSpPr/>
          <p:nvPr/>
        </p:nvSpPr>
        <p:spPr>
          <a:xfrm>
            <a:off x="8677361" y="6478271"/>
            <a:ext cx="784079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降低推广成本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379056"/>
            <a:ext cx="68930" cy="275720"/>
          </a:xfrm>
          <a:custGeom>
            <a:avLst/>
            <a:gdLst/>
            <a:ahLst/>
            <a:cxnLst/>
            <a:rect l="l" t="t" r="r" b="b"/>
            <a:pathLst>
              <a:path w="68930" h="275720">
                <a:moveTo>
                  <a:pt x="34465" y="0"/>
                </a:moveTo>
                <a:lnTo>
                  <a:pt x="34465" y="0"/>
                </a:lnTo>
                <a:cubicBezTo>
                  <a:pt x="53487" y="0"/>
                  <a:pt x="68930" y="15443"/>
                  <a:pt x="68930" y="34465"/>
                </a:cubicBezTo>
                <a:lnTo>
                  <a:pt x="68930" y="241255"/>
                </a:lnTo>
                <a:cubicBezTo>
                  <a:pt x="68930" y="260290"/>
                  <a:pt x="53500" y="275720"/>
                  <a:pt x="34465" y="275720"/>
                </a:cubicBezTo>
                <a:lnTo>
                  <a:pt x="34465" y="275720"/>
                </a:lnTo>
                <a:cubicBezTo>
                  <a:pt x="15431" y="275720"/>
                  <a:pt x="0" y="260290"/>
                  <a:pt x="0" y="24125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16900" y="344650"/>
            <a:ext cx="294675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团队优势与商业模式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650" y="981589"/>
            <a:ext cx="7677083" cy="2532700"/>
          </a:xfrm>
          <a:custGeom>
            <a:avLst/>
            <a:gdLst/>
            <a:ahLst/>
            <a:cxnLst/>
            <a:rect l="l" t="t" r="r" b="b"/>
            <a:pathLst>
              <a:path w="7677083" h="2532700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2429315"/>
                </a:lnTo>
                <a:cubicBezTo>
                  <a:pt x="7677083" y="2486413"/>
                  <a:pt x="7630796" y="2532700"/>
                  <a:pt x="7573698" y="2532700"/>
                </a:cubicBezTo>
                <a:lnTo>
                  <a:pt x="103385" y="2532700"/>
                </a:lnTo>
                <a:cubicBezTo>
                  <a:pt x="46287" y="2532700"/>
                  <a:pt x="0" y="2486413"/>
                  <a:pt x="0" y="2429315"/>
                </a:cubicBez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4650" y="981589"/>
            <a:ext cx="7677083" cy="33508"/>
          </a:xfrm>
          <a:custGeom>
            <a:avLst/>
            <a:gdLst/>
            <a:ahLst/>
            <a:cxnLst/>
            <a:rect l="l" t="t" r="r" b="b"/>
            <a:pathLst>
              <a:path w="7677083" h="33508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33508"/>
                </a:lnTo>
                <a:lnTo>
                  <a:pt x="0" y="33508"/>
                </a:ln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551380" y="120508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28942" y="1308442"/>
            <a:ext cx="258488" cy="206790"/>
          </a:xfrm>
          <a:custGeom>
            <a:avLst/>
            <a:gdLst/>
            <a:ahLst/>
            <a:cxnLst/>
            <a:rect l="l" t="t" r="r" b="b"/>
            <a:pathLst>
              <a:path w="258488" h="206790">
                <a:moveTo>
                  <a:pt x="129244" y="6462"/>
                </a:moveTo>
                <a:cubicBezTo>
                  <a:pt x="152427" y="6462"/>
                  <a:pt x="171248" y="25284"/>
                  <a:pt x="171248" y="48466"/>
                </a:cubicBezTo>
                <a:cubicBezTo>
                  <a:pt x="171248" y="71649"/>
                  <a:pt x="152427" y="90471"/>
                  <a:pt x="129244" y="90471"/>
                </a:cubicBezTo>
                <a:cubicBezTo>
                  <a:pt x="106061" y="90471"/>
                  <a:pt x="87240" y="71649"/>
                  <a:pt x="87240" y="48466"/>
                </a:cubicBezTo>
                <a:cubicBezTo>
                  <a:pt x="87240" y="25284"/>
                  <a:pt x="106061" y="6462"/>
                  <a:pt x="129244" y="6462"/>
                </a:cubicBezTo>
                <a:close/>
                <a:moveTo>
                  <a:pt x="38773" y="35542"/>
                </a:moveTo>
                <a:cubicBezTo>
                  <a:pt x="54823" y="35542"/>
                  <a:pt x="67853" y="48572"/>
                  <a:pt x="67853" y="64622"/>
                </a:cubicBezTo>
                <a:cubicBezTo>
                  <a:pt x="67853" y="80672"/>
                  <a:pt x="54823" y="93702"/>
                  <a:pt x="38773" y="93702"/>
                </a:cubicBezTo>
                <a:cubicBezTo>
                  <a:pt x="22724" y="93702"/>
                  <a:pt x="9693" y="80672"/>
                  <a:pt x="9693" y="64622"/>
                </a:cubicBezTo>
                <a:cubicBezTo>
                  <a:pt x="9693" y="48572"/>
                  <a:pt x="22724" y="35542"/>
                  <a:pt x="38773" y="35542"/>
                </a:cubicBezTo>
                <a:close/>
                <a:moveTo>
                  <a:pt x="0" y="168017"/>
                </a:moveTo>
                <a:cubicBezTo>
                  <a:pt x="0" y="139462"/>
                  <a:pt x="23143" y="116319"/>
                  <a:pt x="51698" y="116319"/>
                </a:cubicBezTo>
                <a:cubicBezTo>
                  <a:pt x="56867" y="116319"/>
                  <a:pt x="61875" y="117087"/>
                  <a:pt x="66601" y="118500"/>
                </a:cubicBezTo>
                <a:cubicBezTo>
                  <a:pt x="53313" y="133363"/>
                  <a:pt x="45235" y="152992"/>
                  <a:pt x="45235" y="174479"/>
                </a:cubicBezTo>
                <a:lnTo>
                  <a:pt x="45235" y="180941"/>
                </a:lnTo>
                <a:cubicBezTo>
                  <a:pt x="45235" y="185546"/>
                  <a:pt x="46205" y="189908"/>
                  <a:pt x="47941" y="193866"/>
                </a:cubicBezTo>
                <a:lnTo>
                  <a:pt x="12924" y="193866"/>
                </a:lnTo>
                <a:cubicBezTo>
                  <a:pt x="5776" y="193866"/>
                  <a:pt x="0" y="188090"/>
                  <a:pt x="0" y="180941"/>
                </a:cubicBezTo>
                <a:lnTo>
                  <a:pt x="0" y="168017"/>
                </a:lnTo>
                <a:close/>
                <a:moveTo>
                  <a:pt x="210546" y="193866"/>
                </a:moveTo>
                <a:cubicBezTo>
                  <a:pt x="212283" y="189908"/>
                  <a:pt x="213252" y="185546"/>
                  <a:pt x="213252" y="180941"/>
                </a:cubicBezTo>
                <a:lnTo>
                  <a:pt x="213252" y="174479"/>
                </a:lnTo>
                <a:cubicBezTo>
                  <a:pt x="213252" y="152992"/>
                  <a:pt x="205175" y="133363"/>
                  <a:pt x="191887" y="118500"/>
                </a:cubicBezTo>
                <a:cubicBezTo>
                  <a:pt x="196612" y="117087"/>
                  <a:pt x="201620" y="116319"/>
                  <a:pt x="206790" y="116319"/>
                </a:cubicBezTo>
                <a:cubicBezTo>
                  <a:pt x="235345" y="116319"/>
                  <a:pt x="258488" y="139462"/>
                  <a:pt x="258488" y="168017"/>
                </a:cubicBezTo>
                <a:lnTo>
                  <a:pt x="258488" y="180941"/>
                </a:lnTo>
                <a:cubicBezTo>
                  <a:pt x="258488" y="188090"/>
                  <a:pt x="252712" y="193866"/>
                  <a:pt x="245563" y="193866"/>
                </a:cubicBezTo>
                <a:lnTo>
                  <a:pt x="210546" y="193866"/>
                </a:lnTo>
                <a:close/>
                <a:moveTo>
                  <a:pt x="190635" y="64622"/>
                </a:moveTo>
                <a:cubicBezTo>
                  <a:pt x="190635" y="48572"/>
                  <a:pt x="203665" y="35542"/>
                  <a:pt x="219714" y="35542"/>
                </a:cubicBezTo>
                <a:cubicBezTo>
                  <a:pt x="235764" y="35542"/>
                  <a:pt x="248794" y="48572"/>
                  <a:pt x="248794" y="64622"/>
                </a:cubicBezTo>
                <a:cubicBezTo>
                  <a:pt x="248794" y="80672"/>
                  <a:pt x="235764" y="93702"/>
                  <a:pt x="219714" y="93702"/>
                </a:cubicBezTo>
                <a:cubicBezTo>
                  <a:pt x="203665" y="93702"/>
                  <a:pt x="190635" y="80672"/>
                  <a:pt x="190635" y="64622"/>
                </a:cubicBezTo>
                <a:close/>
                <a:moveTo>
                  <a:pt x="64622" y="174479"/>
                </a:moveTo>
                <a:cubicBezTo>
                  <a:pt x="64622" y="138776"/>
                  <a:pt x="93540" y="109857"/>
                  <a:pt x="129244" y="109857"/>
                </a:cubicBezTo>
                <a:cubicBezTo>
                  <a:pt x="164947" y="109857"/>
                  <a:pt x="193866" y="138776"/>
                  <a:pt x="193866" y="174479"/>
                </a:cubicBezTo>
                <a:lnTo>
                  <a:pt x="193866" y="180941"/>
                </a:lnTo>
                <a:cubicBezTo>
                  <a:pt x="193866" y="188090"/>
                  <a:pt x="188090" y="193866"/>
                  <a:pt x="180941" y="193866"/>
                </a:cubicBezTo>
                <a:lnTo>
                  <a:pt x="77546" y="193866"/>
                </a:lnTo>
                <a:cubicBezTo>
                  <a:pt x="70397" y="193866"/>
                  <a:pt x="64622" y="188090"/>
                  <a:pt x="64622" y="180941"/>
                </a:cubicBezTo>
                <a:lnTo>
                  <a:pt x="64622" y="174479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" name="Text 6"/>
          <p:cNvSpPr/>
          <p:nvPr/>
        </p:nvSpPr>
        <p:spPr>
          <a:xfrm>
            <a:off x="1068281" y="1273960"/>
            <a:ext cx="930555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核心团队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380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29687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1" name="Text 9"/>
          <p:cNvSpPr/>
          <p:nvPr/>
        </p:nvSpPr>
        <p:spPr>
          <a:xfrm>
            <a:off x="995222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589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王鹏飞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897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项目负责人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24970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2503276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16" name="Text 14"/>
          <p:cNvSpPr/>
          <p:nvPr/>
        </p:nvSpPr>
        <p:spPr>
          <a:xfrm>
            <a:off x="2468811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98178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鲍蕴航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2486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前端开发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8558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976865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1" name="Text 19"/>
          <p:cNvSpPr/>
          <p:nvPr/>
        </p:nvSpPr>
        <p:spPr>
          <a:xfrm>
            <a:off x="3942400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71767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6075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后端开发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72147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450454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26" name="Text 24"/>
          <p:cNvSpPr/>
          <p:nvPr/>
        </p:nvSpPr>
        <p:spPr>
          <a:xfrm>
            <a:off x="5415989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5355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9664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5737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924043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1" name="Text 29"/>
          <p:cNvSpPr/>
          <p:nvPr/>
        </p:nvSpPr>
        <p:spPr>
          <a:xfrm>
            <a:off x="6889578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8945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果家弘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23253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测试运维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380" y="2927953"/>
            <a:ext cx="7263502" cy="379115"/>
          </a:xfrm>
          <a:custGeom>
            <a:avLst/>
            <a:gdLst/>
            <a:ahLst/>
            <a:cxnLst/>
            <a:rect l="l" t="t" r="r" b="b"/>
            <a:pathLst>
              <a:path w="7263502" h="379115">
                <a:moveTo>
                  <a:pt x="68931" y="0"/>
                </a:moveTo>
                <a:lnTo>
                  <a:pt x="7194572" y="0"/>
                </a:lnTo>
                <a:cubicBezTo>
                  <a:pt x="7232641" y="0"/>
                  <a:pt x="7263502" y="30861"/>
                  <a:pt x="7263502" y="68931"/>
                </a:cubicBezTo>
                <a:lnTo>
                  <a:pt x="7263502" y="310184"/>
                </a:lnTo>
                <a:cubicBezTo>
                  <a:pt x="7263502" y="348254"/>
                  <a:pt x="7232641" y="379115"/>
                  <a:pt x="7194572" y="379115"/>
                </a:cubicBezTo>
                <a:lnTo>
                  <a:pt x="68931" y="379115"/>
                </a:lnTo>
                <a:cubicBezTo>
                  <a:pt x="30861" y="379115"/>
                  <a:pt x="0" y="348254"/>
                  <a:pt x="0" y="310184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896848" y="3055253"/>
            <a:ext cx="135706" cy="120628"/>
          </a:xfrm>
          <a:custGeom>
            <a:avLst/>
            <a:gdLst/>
            <a:ahLst/>
            <a:cxnLst/>
            <a:rect l="l" t="t" r="r" b="b"/>
            <a:pathLst>
              <a:path w="135706" h="120628">
                <a:moveTo>
                  <a:pt x="11309" y="46131"/>
                </a:moveTo>
                <a:lnTo>
                  <a:pt x="60597" y="66416"/>
                </a:lnTo>
                <a:cubicBezTo>
                  <a:pt x="62905" y="67358"/>
                  <a:pt x="65356" y="67853"/>
                  <a:pt x="67853" y="67853"/>
                </a:cubicBezTo>
                <a:cubicBezTo>
                  <a:pt x="70350" y="67853"/>
                  <a:pt x="72801" y="67358"/>
                  <a:pt x="75110" y="66416"/>
                </a:cubicBezTo>
                <a:lnTo>
                  <a:pt x="132219" y="42903"/>
                </a:lnTo>
                <a:cubicBezTo>
                  <a:pt x="134340" y="42031"/>
                  <a:pt x="135706" y="39981"/>
                  <a:pt x="135706" y="37696"/>
                </a:cubicBezTo>
                <a:cubicBezTo>
                  <a:pt x="135706" y="35411"/>
                  <a:pt x="134340" y="33361"/>
                  <a:pt x="132219" y="32489"/>
                </a:cubicBezTo>
                <a:lnTo>
                  <a:pt x="75110" y="8976"/>
                </a:lnTo>
                <a:cubicBezTo>
                  <a:pt x="72801" y="8034"/>
                  <a:pt x="70350" y="7539"/>
                  <a:pt x="67853" y="7539"/>
                </a:cubicBezTo>
                <a:cubicBezTo>
                  <a:pt x="65356" y="7539"/>
                  <a:pt x="62905" y="8034"/>
                  <a:pt x="60597" y="8976"/>
                </a:cubicBezTo>
                <a:lnTo>
                  <a:pt x="3487" y="32489"/>
                </a:lnTo>
                <a:cubicBezTo>
                  <a:pt x="1366" y="33361"/>
                  <a:pt x="0" y="35411"/>
                  <a:pt x="0" y="37696"/>
                </a:cubicBezTo>
                <a:lnTo>
                  <a:pt x="0" y="107434"/>
                </a:lnTo>
                <a:cubicBezTo>
                  <a:pt x="0" y="110567"/>
                  <a:pt x="2521" y="113088"/>
                  <a:pt x="5654" y="113088"/>
                </a:cubicBezTo>
                <a:cubicBezTo>
                  <a:pt x="8788" y="113088"/>
                  <a:pt x="11309" y="110567"/>
                  <a:pt x="11309" y="107434"/>
                </a:cubicBezTo>
                <a:lnTo>
                  <a:pt x="11309" y="46131"/>
                </a:lnTo>
                <a:close/>
                <a:moveTo>
                  <a:pt x="22618" y="63023"/>
                </a:moveTo>
                <a:lnTo>
                  <a:pt x="22618" y="90471"/>
                </a:lnTo>
                <a:cubicBezTo>
                  <a:pt x="22618" y="102958"/>
                  <a:pt x="42879" y="113088"/>
                  <a:pt x="67853" y="113088"/>
                </a:cubicBezTo>
                <a:cubicBezTo>
                  <a:pt x="92827" y="113088"/>
                  <a:pt x="113088" y="102958"/>
                  <a:pt x="113088" y="90471"/>
                </a:cubicBezTo>
                <a:lnTo>
                  <a:pt x="113088" y="63000"/>
                </a:lnTo>
                <a:lnTo>
                  <a:pt x="79421" y="76877"/>
                </a:lnTo>
                <a:cubicBezTo>
                  <a:pt x="75746" y="78384"/>
                  <a:pt x="71835" y="79162"/>
                  <a:pt x="67853" y="79162"/>
                </a:cubicBezTo>
                <a:cubicBezTo>
                  <a:pt x="63871" y="79162"/>
                  <a:pt x="59960" y="78384"/>
                  <a:pt x="56285" y="76877"/>
                </a:cubicBezTo>
                <a:lnTo>
                  <a:pt x="22618" y="63000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36" name="Text 34"/>
          <p:cNvSpPr/>
          <p:nvPr/>
        </p:nvSpPr>
        <p:spPr>
          <a:xfrm>
            <a:off x="817830" y="3031323"/>
            <a:ext cx="6923785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5名核心成员均为23届、24届物联网工程专业，专业背景与项目技术需求高度契合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4650" y="3702819"/>
            <a:ext cx="7677083" cy="1395355"/>
          </a:xfrm>
          <a:custGeom>
            <a:avLst/>
            <a:gdLst/>
            <a:ahLst/>
            <a:cxnLst/>
            <a:rect l="l" t="t" r="r" b="b"/>
            <a:pathLst>
              <a:path w="7677083" h="1395355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1291959"/>
                </a:lnTo>
                <a:cubicBezTo>
                  <a:pt x="7677083" y="1349063"/>
                  <a:pt x="7630791" y="1395355"/>
                  <a:pt x="7573687" y="1395355"/>
                </a:cubicBezTo>
                <a:lnTo>
                  <a:pt x="103396" y="1395355"/>
                </a:lnTo>
                <a:cubicBezTo>
                  <a:pt x="46292" y="1395355"/>
                  <a:pt x="0" y="1349063"/>
                  <a:pt x="0" y="1291959"/>
                </a:cubicBez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4650" y="3702819"/>
            <a:ext cx="7677083" cy="33508"/>
          </a:xfrm>
          <a:custGeom>
            <a:avLst/>
            <a:gdLst/>
            <a:ahLst/>
            <a:cxnLst/>
            <a:rect l="l" t="t" r="r" b="b"/>
            <a:pathLst>
              <a:path w="7677083" h="33508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33508"/>
                </a:lnTo>
                <a:lnTo>
                  <a:pt x="0" y="33508"/>
                </a:ln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9" name="Shape 37"/>
          <p:cNvSpPr/>
          <p:nvPr/>
        </p:nvSpPr>
        <p:spPr>
          <a:xfrm>
            <a:off x="551380" y="3926303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67715" y="4029664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99316" y="-10461"/>
                </a:moveTo>
                <a:cubicBezTo>
                  <a:pt x="93904" y="-13773"/>
                  <a:pt x="87078" y="-13773"/>
                  <a:pt x="81666" y="-10461"/>
                </a:cubicBezTo>
                <a:cubicBezTo>
                  <a:pt x="71811" y="-4443"/>
                  <a:pt x="65712" y="-2827"/>
                  <a:pt x="54161" y="-3070"/>
                </a:cubicBezTo>
                <a:cubicBezTo>
                  <a:pt x="47820" y="-3231"/>
                  <a:pt x="41923" y="202"/>
                  <a:pt x="38854" y="5776"/>
                </a:cubicBezTo>
                <a:cubicBezTo>
                  <a:pt x="33321" y="15913"/>
                  <a:pt x="28838" y="20396"/>
                  <a:pt x="18700" y="25930"/>
                </a:cubicBezTo>
                <a:cubicBezTo>
                  <a:pt x="13126" y="28959"/>
                  <a:pt x="9734" y="34896"/>
                  <a:pt x="9855" y="41237"/>
                </a:cubicBezTo>
                <a:cubicBezTo>
                  <a:pt x="10138" y="52788"/>
                  <a:pt x="8482" y="58887"/>
                  <a:pt x="2464" y="68742"/>
                </a:cubicBezTo>
                <a:cubicBezTo>
                  <a:pt x="-848" y="74154"/>
                  <a:pt x="-848" y="80979"/>
                  <a:pt x="2464" y="86391"/>
                </a:cubicBezTo>
                <a:cubicBezTo>
                  <a:pt x="8482" y="96246"/>
                  <a:pt x="10097" y="102345"/>
                  <a:pt x="9855" y="113896"/>
                </a:cubicBezTo>
                <a:cubicBezTo>
                  <a:pt x="9693" y="120237"/>
                  <a:pt x="13126" y="126134"/>
                  <a:pt x="18700" y="129203"/>
                </a:cubicBezTo>
                <a:cubicBezTo>
                  <a:pt x="27626" y="134090"/>
                  <a:pt x="32149" y="138129"/>
                  <a:pt x="36915" y="145965"/>
                </a:cubicBezTo>
                <a:lnTo>
                  <a:pt x="17246" y="185182"/>
                </a:lnTo>
                <a:cubicBezTo>
                  <a:pt x="14863" y="189988"/>
                  <a:pt x="16802" y="195804"/>
                  <a:pt x="21568" y="198187"/>
                </a:cubicBezTo>
                <a:lnTo>
                  <a:pt x="56302" y="215554"/>
                </a:lnTo>
                <a:cubicBezTo>
                  <a:pt x="60947" y="217857"/>
                  <a:pt x="66601" y="216120"/>
                  <a:pt x="69105" y="211596"/>
                </a:cubicBezTo>
                <a:lnTo>
                  <a:pt x="90430" y="173187"/>
                </a:lnTo>
                <a:lnTo>
                  <a:pt x="111756" y="211596"/>
                </a:lnTo>
                <a:cubicBezTo>
                  <a:pt x="114260" y="216120"/>
                  <a:pt x="119914" y="217897"/>
                  <a:pt x="124559" y="215554"/>
                </a:cubicBezTo>
                <a:lnTo>
                  <a:pt x="159293" y="198187"/>
                </a:lnTo>
                <a:cubicBezTo>
                  <a:pt x="164099" y="195804"/>
                  <a:pt x="166038" y="189988"/>
                  <a:pt x="163615" y="185182"/>
                </a:cubicBezTo>
                <a:lnTo>
                  <a:pt x="143986" y="145924"/>
                </a:lnTo>
                <a:cubicBezTo>
                  <a:pt x="148711" y="138089"/>
                  <a:pt x="153275" y="134050"/>
                  <a:pt x="162201" y="129163"/>
                </a:cubicBezTo>
                <a:cubicBezTo>
                  <a:pt x="167775" y="126134"/>
                  <a:pt x="171167" y="120197"/>
                  <a:pt x="171046" y="113856"/>
                </a:cubicBezTo>
                <a:cubicBezTo>
                  <a:pt x="170763" y="102305"/>
                  <a:pt x="172419" y="96206"/>
                  <a:pt x="178437" y="86351"/>
                </a:cubicBezTo>
                <a:cubicBezTo>
                  <a:pt x="181749" y="80939"/>
                  <a:pt x="181749" y="74113"/>
                  <a:pt x="178437" y="68701"/>
                </a:cubicBezTo>
                <a:cubicBezTo>
                  <a:pt x="172419" y="58846"/>
                  <a:pt x="170804" y="52748"/>
                  <a:pt x="171046" y="41196"/>
                </a:cubicBezTo>
                <a:cubicBezTo>
                  <a:pt x="171208" y="34855"/>
                  <a:pt x="167775" y="28959"/>
                  <a:pt x="162201" y="25889"/>
                </a:cubicBezTo>
                <a:cubicBezTo>
                  <a:pt x="152063" y="20356"/>
                  <a:pt x="147580" y="15873"/>
                  <a:pt x="142047" y="5735"/>
                </a:cubicBezTo>
                <a:cubicBezTo>
                  <a:pt x="139018" y="162"/>
                  <a:pt x="133081" y="-3231"/>
                  <a:pt x="126740" y="-3110"/>
                </a:cubicBezTo>
                <a:cubicBezTo>
                  <a:pt x="115189" y="-2827"/>
                  <a:pt x="109090" y="-4483"/>
                  <a:pt x="99235" y="-10501"/>
                </a:cubicBezTo>
                <a:close/>
                <a:moveTo>
                  <a:pt x="90471" y="38773"/>
                </a:moveTo>
                <a:cubicBezTo>
                  <a:pt x="111870" y="38773"/>
                  <a:pt x="129244" y="56147"/>
                  <a:pt x="129244" y="77546"/>
                </a:cubicBezTo>
                <a:cubicBezTo>
                  <a:pt x="129244" y="98946"/>
                  <a:pt x="111870" y="116319"/>
                  <a:pt x="90471" y="116319"/>
                </a:cubicBezTo>
                <a:cubicBezTo>
                  <a:pt x="69071" y="116319"/>
                  <a:pt x="51698" y="98946"/>
                  <a:pt x="51698" y="77546"/>
                </a:cubicBezTo>
                <a:cubicBezTo>
                  <a:pt x="51698" y="56147"/>
                  <a:pt x="69071" y="38773"/>
                  <a:pt x="90471" y="38773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1" name="Text 39"/>
          <p:cNvSpPr/>
          <p:nvPr/>
        </p:nvSpPr>
        <p:spPr>
          <a:xfrm>
            <a:off x="1068281" y="3995191"/>
            <a:ext cx="930555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团队优势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861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3" name="Text 41"/>
          <p:cNvSpPr/>
          <p:nvPr/>
        </p:nvSpPr>
        <p:spPr>
          <a:xfrm>
            <a:off x="792591" y="4477684"/>
            <a:ext cx="175771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专业背景强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2591" y="4718821"/>
            <a:ext cx="174910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物联网工程专业，技术基础扎实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03606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6" name="Text 44"/>
          <p:cNvSpPr/>
          <p:nvPr/>
        </p:nvSpPr>
        <p:spPr>
          <a:xfrm>
            <a:off x="3260041" y="4477684"/>
            <a:ext cx="163708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分工明确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60041" y="4718821"/>
            <a:ext cx="162847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五大岗位协同配合，体系完整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0351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9" name="Text 47"/>
          <p:cNvSpPr/>
          <p:nvPr/>
        </p:nvSpPr>
        <p:spPr>
          <a:xfrm>
            <a:off x="5727491" y="4477684"/>
            <a:ext cx="163708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经验丰富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27491" y="4718821"/>
            <a:ext cx="162847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具备对应技术开发与实操经验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29421" y="964835"/>
            <a:ext cx="3618827" cy="3687757"/>
          </a:xfrm>
          <a:custGeom>
            <a:avLst/>
            <a:gdLst/>
            <a:ahLst/>
            <a:cxnLst/>
            <a:rect l="l" t="t" r="r" b="b"/>
            <a:pathLst>
              <a:path w="3618827" h="3687757">
                <a:moveTo>
                  <a:pt x="103390" y="0"/>
                </a:moveTo>
                <a:lnTo>
                  <a:pt x="3515437" y="0"/>
                </a:lnTo>
                <a:cubicBezTo>
                  <a:pt x="3572538" y="0"/>
                  <a:pt x="3618827" y="46289"/>
                  <a:pt x="3618827" y="103390"/>
                </a:cubicBezTo>
                <a:lnTo>
                  <a:pt x="3618827" y="3584367"/>
                </a:lnTo>
                <a:cubicBezTo>
                  <a:pt x="3618827" y="3641468"/>
                  <a:pt x="3572538" y="3687757"/>
                  <a:pt x="3515437" y="3687757"/>
                </a:cubicBezTo>
                <a:lnTo>
                  <a:pt x="103390" y="3687757"/>
                </a:lnTo>
                <a:cubicBezTo>
                  <a:pt x="46289" y="3687757"/>
                  <a:pt x="0" y="3641468"/>
                  <a:pt x="0" y="3584367"/>
                </a:cubicBezTo>
                <a:lnTo>
                  <a:pt x="0" y="103390"/>
                </a:lnTo>
                <a:cubicBezTo>
                  <a:pt x="0" y="46289"/>
                  <a:pt x="46289" y="0"/>
                  <a:pt x="1033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A726"/>
              </a:gs>
              <a:gs pos="100000">
                <a:srgbClr val="F57C00"/>
              </a:gs>
            </a:gsLst>
            <a:lin ang="2700000" scaled="1"/>
          </a:gradFill>
          <a:effectLst>
            <a:outerShdw blurRad="129244" dist="861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57692" y="1205973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43081" y="32311"/>
                </a:moveTo>
                <a:lnTo>
                  <a:pt x="43081" y="26926"/>
                </a:lnTo>
                <a:cubicBezTo>
                  <a:pt x="43081" y="12049"/>
                  <a:pt x="72027" y="0"/>
                  <a:pt x="107703" y="0"/>
                </a:cubicBezTo>
                <a:cubicBezTo>
                  <a:pt x="143380" y="0"/>
                  <a:pt x="172325" y="12049"/>
                  <a:pt x="172325" y="26926"/>
                </a:cubicBezTo>
                <a:lnTo>
                  <a:pt x="172325" y="32311"/>
                </a:lnTo>
                <a:cubicBezTo>
                  <a:pt x="172325" y="42610"/>
                  <a:pt x="158425" y="51563"/>
                  <a:pt x="137995" y="56107"/>
                </a:cubicBezTo>
                <a:cubicBezTo>
                  <a:pt x="137187" y="55164"/>
                  <a:pt x="136345" y="54255"/>
                  <a:pt x="135504" y="53414"/>
                </a:cubicBezTo>
                <a:cubicBezTo>
                  <a:pt x="130287" y="48264"/>
                  <a:pt x="123556" y="44360"/>
                  <a:pt x="116521" y="41466"/>
                </a:cubicBezTo>
                <a:cubicBezTo>
                  <a:pt x="102419" y="35576"/>
                  <a:pt x="84042" y="32345"/>
                  <a:pt x="64622" y="32345"/>
                </a:cubicBezTo>
                <a:cubicBezTo>
                  <a:pt x="57251" y="32345"/>
                  <a:pt x="50048" y="32816"/>
                  <a:pt x="43149" y="33725"/>
                </a:cubicBezTo>
                <a:cubicBezTo>
                  <a:pt x="43081" y="33287"/>
                  <a:pt x="43081" y="32816"/>
                  <a:pt x="43081" y="32345"/>
                </a:cubicBezTo>
                <a:close/>
                <a:moveTo>
                  <a:pt x="145399" y="118810"/>
                </a:moveTo>
                <a:lnTo>
                  <a:pt x="145399" y="103260"/>
                </a:lnTo>
                <a:cubicBezTo>
                  <a:pt x="150482" y="101948"/>
                  <a:pt x="155261" y="100400"/>
                  <a:pt x="159603" y="98582"/>
                </a:cubicBezTo>
                <a:cubicBezTo>
                  <a:pt x="164045" y="96731"/>
                  <a:pt x="168387" y="94476"/>
                  <a:pt x="172325" y="91750"/>
                </a:cubicBezTo>
                <a:lnTo>
                  <a:pt x="172325" y="96933"/>
                </a:lnTo>
                <a:cubicBezTo>
                  <a:pt x="172325" y="105953"/>
                  <a:pt x="161723" y="113930"/>
                  <a:pt x="145399" y="118810"/>
                </a:cubicBezTo>
                <a:close/>
                <a:moveTo>
                  <a:pt x="145399" y="86499"/>
                </a:moveTo>
                <a:lnTo>
                  <a:pt x="145399" y="75392"/>
                </a:lnTo>
                <a:cubicBezTo>
                  <a:pt x="145399" y="73878"/>
                  <a:pt x="145265" y="72430"/>
                  <a:pt x="145063" y="71017"/>
                </a:cubicBezTo>
                <a:cubicBezTo>
                  <a:pt x="150280" y="69704"/>
                  <a:pt x="155160" y="68122"/>
                  <a:pt x="159603" y="66237"/>
                </a:cubicBezTo>
                <a:cubicBezTo>
                  <a:pt x="164045" y="64353"/>
                  <a:pt x="168387" y="62131"/>
                  <a:pt x="172325" y="59405"/>
                </a:cubicBezTo>
                <a:lnTo>
                  <a:pt x="172325" y="64588"/>
                </a:lnTo>
                <a:cubicBezTo>
                  <a:pt x="172325" y="73608"/>
                  <a:pt x="161723" y="81585"/>
                  <a:pt x="145399" y="86465"/>
                </a:cubicBezTo>
                <a:close/>
                <a:moveTo>
                  <a:pt x="0" y="80777"/>
                </a:moveTo>
                <a:lnTo>
                  <a:pt x="0" y="75392"/>
                </a:lnTo>
                <a:cubicBezTo>
                  <a:pt x="0" y="60516"/>
                  <a:pt x="28945" y="48466"/>
                  <a:pt x="64622" y="48466"/>
                </a:cubicBezTo>
                <a:cubicBezTo>
                  <a:pt x="100299" y="48466"/>
                  <a:pt x="129244" y="60516"/>
                  <a:pt x="129244" y="75392"/>
                </a:cubicBezTo>
                <a:lnTo>
                  <a:pt x="129244" y="80777"/>
                </a:lnTo>
                <a:cubicBezTo>
                  <a:pt x="129244" y="95654"/>
                  <a:pt x="100299" y="107703"/>
                  <a:pt x="64622" y="107703"/>
                </a:cubicBezTo>
                <a:cubicBezTo>
                  <a:pt x="28945" y="107703"/>
                  <a:pt x="0" y="95654"/>
                  <a:pt x="0" y="80777"/>
                </a:cubicBezTo>
                <a:close/>
                <a:moveTo>
                  <a:pt x="129244" y="113088"/>
                </a:moveTo>
                <a:cubicBezTo>
                  <a:pt x="129244" y="127965"/>
                  <a:pt x="100299" y="140014"/>
                  <a:pt x="64622" y="140014"/>
                </a:cubicBezTo>
                <a:cubicBezTo>
                  <a:pt x="28945" y="140014"/>
                  <a:pt x="0" y="127965"/>
                  <a:pt x="0" y="113088"/>
                </a:cubicBezTo>
                <a:lnTo>
                  <a:pt x="0" y="107905"/>
                </a:lnTo>
                <a:cubicBezTo>
                  <a:pt x="3904" y="110631"/>
                  <a:pt x="8246" y="112853"/>
                  <a:pt x="12722" y="114738"/>
                </a:cubicBezTo>
                <a:cubicBezTo>
                  <a:pt x="26825" y="120628"/>
                  <a:pt x="45202" y="123859"/>
                  <a:pt x="64622" y="123859"/>
                </a:cubicBezTo>
                <a:cubicBezTo>
                  <a:pt x="84042" y="123859"/>
                  <a:pt x="102419" y="120594"/>
                  <a:pt x="116521" y="114738"/>
                </a:cubicBezTo>
                <a:cubicBezTo>
                  <a:pt x="120964" y="112886"/>
                  <a:pt x="125306" y="110631"/>
                  <a:pt x="129244" y="107905"/>
                </a:cubicBezTo>
                <a:lnTo>
                  <a:pt x="129244" y="113088"/>
                </a:lnTo>
                <a:close/>
                <a:moveTo>
                  <a:pt x="129244" y="140216"/>
                </a:moveTo>
                <a:lnTo>
                  <a:pt x="129244" y="145399"/>
                </a:lnTo>
                <a:cubicBezTo>
                  <a:pt x="129244" y="160276"/>
                  <a:pt x="100299" y="172325"/>
                  <a:pt x="64622" y="172325"/>
                </a:cubicBezTo>
                <a:cubicBezTo>
                  <a:pt x="28945" y="172325"/>
                  <a:pt x="0" y="160276"/>
                  <a:pt x="0" y="145399"/>
                </a:cubicBezTo>
                <a:lnTo>
                  <a:pt x="0" y="140216"/>
                </a:lnTo>
                <a:cubicBezTo>
                  <a:pt x="3904" y="142942"/>
                  <a:pt x="8246" y="145164"/>
                  <a:pt x="12722" y="147048"/>
                </a:cubicBezTo>
                <a:cubicBezTo>
                  <a:pt x="26825" y="152939"/>
                  <a:pt x="45202" y="156170"/>
                  <a:pt x="64622" y="156170"/>
                </a:cubicBezTo>
                <a:cubicBezTo>
                  <a:pt x="84042" y="156170"/>
                  <a:pt x="102419" y="152905"/>
                  <a:pt x="116521" y="147048"/>
                </a:cubicBezTo>
                <a:cubicBezTo>
                  <a:pt x="120964" y="145197"/>
                  <a:pt x="125306" y="142942"/>
                  <a:pt x="129244" y="1402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8651558" y="1171567"/>
            <a:ext cx="307600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6151" y="1550623"/>
            <a:ext cx="3205247" cy="1378601"/>
          </a:xfrm>
          <a:custGeom>
            <a:avLst/>
            <a:gdLst/>
            <a:ahLst/>
            <a:cxnLst/>
            <a:rect l="l" t="t" r="r" b="b"/>
            <a:pathLst>
              <a:path w="3205247" h="1378601">
                <a:moveTo>
                  <a:pt x="68930" y="0"/>
                </a:moveTo>
                <a:lnTo>
                  <a:pt x="3136317" y="0"/>
                </a:lnTo>
                <a:cubicBezTo>
                  <a:pt x="3174386" y="0"/>
                  <a:pt x="3205247" y="30861"/>
                  <a:pt x="3205247" y="68930"/>
                </a:cubicBezTo>
                <a:lnTo>
                  <a:pt x="3205247" y="1309671"/>
                </a:lnTo>
                <a:cubicBezTo>
                  <a:pt x="3205247" y="1347740"/>
                  <a:pt x="3174386" y="1378601"/>
                  <a:pt x="3136317" y="1378601"/>
                </a:cubicBezTo>
                <a:lnTo>
                  <a:pt x="68930" y="1378601"/>
                </a:lnTo>
                <a:cubicBezTo>
                  <a:pt x="30861" y="1378601"/>
                  <a:pt x="0" y="1347740"/>
                  <a:pt x="0" y="1309671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595537" y="1722948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108208" y="23156"/>
                </a:moveTo>
                <a:cubicBezTo>
                  <a:pt x="110766" y="18814"/>
                  <a:pt x="115411" y="16155"/>
                  <a:pt x="120426" y="16155"/>
                </a:cubicBezTo>
                <a:lnTo>
                  <a:pt x="121166" y="16155"/>
                </a:lnTo>
                <a:cubicBezTo>
                  <a:pt x="128604" y="16155"/>
                  <a:pt x="134629" y="22180"/>
                  <a:pt x="134629" y="29618"/>
                </a:cubicBezTo>
                <a:cubicBezTo>
                  <a:pt x="134629" y="37057"/>
                  <a:pt x="128604" y="43081"/>
                  <a:pt x="121166" y="43081"/>
                </a:cubicBezTo>
                <a:lnTo>
                  <a:pt x="96495" y="43081"/>
                </a:lnTo>
                <a:lnTo>
                  <a:pt x="108208" y="23156"/>
                </a:lnTo>
                <a:close/>
                <a:moveTo>
                  <a:pt x="64117" y="23156"/>
                </a:moveTo>
                <a:lnTo>
                  <a:pt x="75830" y="43081"/>
                </a:lnTo>
                <a:lnTo>
                  <a:pt x="51159" y="43081"/>
                </a:lnTo>
                <a:cubicBezTo>
                  <a:pt x="43721" y="43081"/>
                  <a:pt x="37696" y="37057"/>
                  <a:pt x="37696" y="29618"/>
                </a:cubicBezTo>
                <a:cubicBezTo>
                  <a:pt x="37696" y="22180"/>
                  <a:pt x="43721" y="16155"/>
                  <a:pt x="51159" y="16155"/>
                </a:cubicBezTo>
                <a:lnTo>
                  <a:pt x="51899" y="16155"/>
                </a:lnTo>
                <a:cubicBezTo>
                  <a:pt x="56914" y="16155"/>
                  <a:pt x="61593" y="18814"/>
                  <a:pt x="64117" y="23156"/>
                </a:cubicBezTo>
                <a:close/>
                <a:moveTo>
                  <a:pt x="94274" y="14977"/>
                </a:moveTo>
                <a:lnTo>
                  <a:pt x="86163" y="28777"/>
                </a:lnTo>
                <a:lnTo>
                  <a:pt x="78051" y="14977"/>
                </a:lnTo>
                <a:cubicBezTo>
                  <a:pt x="72599" y="5688"/>
                  <a:pt x="62636" y="0"/>
                  <a:pt x="51899" y="0"/>
                </a:cubicBezTo>
                <a:lnTo>
                  <a:pt x="51159" y="0"/>
                </a:lnTo>
                <a:cubicBezTo>
                  <a:pt x="34802" y="0"/>
                  <a:pt x="21541" y="13261"/>
                  <a:pt x="21541" y="29618"/>
                </a:cubicBezTo>
                <a:cubicBezTo>
                  <a:pt x="21541" y="34465"/>
                  <a:pt x="22719" y="39042"/>
                  <a:pt x="24772" y="43081"/>
                </a:cubicBezTo>
                <a:lnTo>
                  <a:pt x="10770" y="43081"/>
                </a:lnTo>
                <a:cubicBezTo>
                  <a:pt x="4813" y="43081"/>
                  <a:pt x="0" y="47894"/>
                  <a:pt x="0" y="53852"/>
                </a:cubicBezTo>
                <a:lnTo>
                  <a:pt x="0" y="64622"/>
                </a:lnTo>
                <a:cubicBezTo>
                  <a:pt x="0" y="70579"/>
                  <a:pt x="4813" y="75392"/>
                  <a:pt x="10770" y="75392"/>
                </a:cubicBezTo>
                <a:lnTo>
                  <a:pt x="161555" y="75392"/>
                </a:lnTo>
                <a:cubicBezTo>
                  <a:pt x="167512" y="75392"/>
                  <a:pt x="172325" y="70579"/>
                  <a:pt x="172325" y="64622"/>
                </a:cubicBezTo>
                <a:lnTo>
                  <a:pt x="172325" y="53852"/>
                </a:lnTo>
                <a:cubicBezTo>
                  <a:pt x="172325" y="47894"/>
                  <a:pt x="167512" y="43081"/>
                  <a:pt x="161555" y="43081"/>
                </a:cubicBezTo>
                <a:lnTo>
                  <a:pt x="147553" y="43081"/>
                </a:lnTo>
                <a:cubicBezTo>
                  <a:pt x="149606" y="39042"/>
                  <a:pt x="150784" y="34465"/>
                  <a:pt x="150784" y="29618"/>
                </a:cubicBezTo>
                <a:cubicBezTo>
                  <a:pt x="150784" y="13261"/>
                  <a:pt x="137523" y="0"/>
                  <a:pt x="121166" y="0"/>
                </a:cubicBezTo>
                <a:lnTo>
                  <a:pt x="120426" y="0"/>
                </a:lnTo>
                <a:cubicBezTo>
                  <a:pt x="109689" y="0"/>
                  <a:pt x="99726" y="5688"/>
                  <a:pt x="94274" y="14944"/>
                </a:cubicBezTo>
                <a:close/>
                <a:moveTo>
                  <a:pt x="161555" y="91548"/>
                </a:moveTo>
                <a:lnTo>
                  <a:pt x="94240" y="91548"/>
                </a:lnTo>
                <a:lnTo>
                  <a:pt x="94240" y="161555"/>
                </a:lnTo>
                <a:lnTo>
                  <a:pt x="140014" y="161555"/>
                </a:lnTo>
                <a:cubicBezTo>
                  <a:pt x="151895" y="161555"/>
                  <a:pt x="161555" y="151895"/>
                  <a:pt x="161555" y="140014"/>
                </a:cubicBezTo>
                <a:lnTo>
                  <a:pt x="161555" y="91548"/>
                </a:lnTo>
                <a:close/>
                <a:moveTo>
                  <a:pt x="78085" y="91548"/>
                </a:moveTo>
                <a:lnTo>
                  <a:pt x="10770" y="91548"/>
                </a:lnTo>
                <a:lnTo>
                  <a:pt x="10770" y="140014"/>
                </a:lnTo>
                <a:cubicBezTo>
                  <a:pt x="10770" y="151895"/>
                  <a:pt x="20430" y="161555"/>
                  <a:pt x="32311" y="161555"/>
                </a:cubicBezTo>
                <a:lnTo>
                  <a:pt x="78085" y="161555"/>
                </a:lnTo>
                <a:lnTo>
                  <a:pt x="78085" y="915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8858288" y="1688466"/>
            <a:ext cx="100810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基础功能免费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94460" y="2022573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8743855" y="1998643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病害识别（3类叶片）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94460" y="2229304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8743855" y="2205374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基础防控建议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94460" y="2436036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8743855" y="2412097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简单天气查询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94460" y="2642767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8743855" y="2618828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历史记录查询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36151" y="3066848"/>
            <a:ext cx="3205247" cy="1378601"/>
          </a:xfrm>
          <a:custGeom>
            <a:avLst/>
            <a:gdLst/>
            <a:ahLst/>
            <a:cxnLst/>
            <a:rect l="l" t="t" r="r" b="b"/>
            <a:pathLst>
              <a:path w="3205247" h="1378601">
                <a:moveTo>
                  <a:pt x="68930" y="0"/>
                </a:moveTo>
                <a:lnTo>
                  <a:pt x="3136317" y="0"/>
                </a:lnTo>
                <a:cubicBezTo>
                  <a:pt x="3174386" y="0"/>
                  <a:pt x="3205247" y="30861"/>
                  <a:pt x="3205247" y="68930"/>
                </a:cubicBezTo>
                <a:lnTo>
                  <a:pt x="3205247" y="1309671"/>
                </a:lnTo>
                <a:cubicBezTo>
                  <a:pt x="3205247" y="1347740"/>
                  <a:pt x="3174386" y="1378601"/>
                  <a:pt x="3136317" y="1378601"/>
                </a:cubicBezTo>
                <a:lnTo>
                  <a:pt x="68930" y="1378601"/>
                </a:lnTo>
                <a:cubicBezTo>
                  <a:pt x="30861" y="1378601"/>
                  <a:pt x="0" y="1347740"/>
                  <a:pt x="0" y="1309671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584766" y="3239173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05347" y="29349"/>
                </a:moveTo>
                <a:cubicBezTo>
                  <a:pt x="108444" y="26892"/>
                  <a:pt x="110396" y="23089"/>
                  <a:pt x="110396" y="18848"/>
                </a:cubicBezTo>
                <a:cubicBezTo>
                  <a:pt x="110396" y="11410"/>
                  <a:pt x="104371" y="5385"/>
                  <a:pt x="96933" y="5385"/>
                </a:cubicBezTo>
                <a:cubicBezTo>
                  <a:pt x="89495" y="5385"/>
                  <a:pt x="83470" y="11410"/>
                  <a:pt x="83470" y="18848"/>
                </a:cubicBezTo>
                <a:cubicBezTo>
                  <a:pt x="83470" y="23089"/>
                  <a:pt x="85456" y="26892"/>
                  <a:pt x="88519" y="29349"/>
                </a:cubicBezTo>
                <a:lnTo>
                  <a:pt x="65497" y="65564"/>
                </a:lnTo>
                <a:cubicBezTo>
                  <a:pt x="62131" y="70848"/>
                  <a:pt x="54962" y="72161"/>
                  <a:pt x="49947" y="68392"/>
                </a:cubicBezTo>
                <a:lnTo>
                  <a:pt x="29921" y="53414"/>
                </a:lnTo>
                <a:cubicBezTo>
                  <a:pt x="31436" y="51260"/>
                  <a:pt x="32311" y="48601"/>
                  <a:pt x="32311" y="45774"/>
                </a:cubicBezTo>
                <a:cubicBezTo>
                  <a:pt x="32311" y="38336"/>
                  <a:pt x="26286" y="32311"/>
                  <a:pt x="18848" y="32311"/>
                </a:cubicBezTo>
                <a:cubicBezTo>
                  <a:pt x="11410" y="32311"/>
                  <a:pt x="5385" y="38336"/>
                  <a:pt x="5385" y="45774"/>
                </a:cubicBezTo>
                <a:cubicBezTo>
                  <a:pt x="5385" y="53111"/>
                  <a:pt x="11275" y="59102"/>
                  <a:pt x="18579" y="59237"/>
                </a:cubicBezTo>
                <a:lnTo>
                  <a:pt x="29551" y="132441"/>
                </a:lnTo>
                <a:cubicBezTo>
                  <a:pt x="31133" y="142976"/>
                  <a:pt x="40187" y="150784"/>
                  <a:pt x="50856" y="150784"/>
                </a:cubicBezTo>
                <a:lnTo>
                  <a:pt x="143010" y="150784"/>
                </a:lnTo>
                <a:cubicBezTo>
                  <a:pt x="153679" y="150784"/>
                  <a:pt x="162733" y="142976"/>
                  <a:pt x="164315" y="132441"/>
                </a:cubicBezTo>
                <a:lnTo>
                  <a:pt x="175287" y="59237"/>
                </a:lnTo>
                <a:cubicBezTo>
                  <a:pt x="182591" y="59102"/>
                  <a:pt x="188481" y="53111"/>
                  <a:pt x="188481" y="45774"/>
                </a:cubicBezTo>
                <a:cubicBezTo>
                  <a:pt x="188481" y="38336"/>
                  <a:pt x="182456" y="32311"/>
                  <a:pt x="175018" y="32311"/>
                </a:cubicBezTo>
                <a:cubicBezTo>
                  <a:pt x="167579" y="32311"/>
                  <a:pt x="161555" y="38336"/>
                  <a:pt x="161555" y="45774"/>
                </a:cubicBezTo>
                <a:cubicBezTo>
                  <a:pt x="161555" y="48601"/>
                  <a:pt x="162430" y="51260"/>
                  <a:pt x="163944" y="53414"/>
                </a:cubicBezTo>
                <a:lnTo>
                  <a:pt x="143952" y="68425"/>
                </a:lnTo>
                <a:cubicBezTo>
                  <a:pt x="138937" y="72195"/>
                  <a:pt x="131768" y="70882"/>
                  <a:pt x="128402" y="65598"/>
                </a:cubicBezTo>
                <a:lnTo>
                  <a:pt x="105347" y="2934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8858288" y="3204691"/>
            <a:ext cx="100810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增值服务付费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594460" y="3538798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8743855" y="3514860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批量数据导出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594460" y="3745530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1" name="Text 69"/>
          <p:cNvSpPr/>
          <p:nvPr/>
        </p:nvSpPr>
        <p:spPr>
          <a:xfrm>
            <a:off x="8743855" y="3721591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区域病害统计分析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594460" y="3952252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8743855" y="3928322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定制化防控方案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594460" y="4158984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8743855" y="4135053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后端接口对接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29421" y="4824278"/>
            <a:ext cx="3618827" cy="2033436"/>
          </a:xfrm>
          <a:custGeom>
            <a:avLst/>
            <a:gdLst/>
            <a:ahLst/>
            <a:cxnLst/>
            <a:rect l="l" t="t" r="r" b="b"/>
            <a:pathLst>
              <a:path w="3618827" h="2033436">
                <a:moveTo>
                  <a:pt x="103400" y="0"/>
                </a:moveTo>
                <a:lnTo>
                  <a:pt x="3515427" y="0"/>
                </a:lnTo>
                <a:cubicBezTo>
                  <a:pt x="3572533" y="0"/>
                  <a:pt x="3618827" y="46294"/>
                  <a:pt x="3618827" y="103400"/>
                </a:cubicBezTo>
                <a:lnTo>
                  <a:pt x="3618827" y="1930036"/>
                </a:lnTo>
                <a:cubicBezTo>
                  <a:pt x="3618827" y="1987142"/>
                  <a:pt x="3572533" y="2033436"/>
                  <a:pt x="3515427" y="2033436"/>
                </a:cubicBezTo>
                <a:lnTo>
                  <a:pt x="103400" y="2033436"/>
                </a:lnTo>
                <a:cubicBezTo>
                  <a:pt x="46294" y="2033436"/>
                  <a:pt x="0" y="1987142"/>
                  <a:pt x="0" y="1930036"/>
                </a:cubicBezTo>
                <a:lnTo>
                  <a:pt x="0" y="103400"/>
                </a:lnTo>
                <a:cubicBezTo>
                  <a:pt x="0" y="46332"/>
                  <a:pt x="46332" y="0"/>
                  <a:pt x="1034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443691" y="5074090"/>
            <a:ext cx="174479" cy="155093"/>
          </a:xfrm>
          <a:custGeom>
            <a:avLst/>
            <a:gdLst/>
            <a:ahLst/>
            <a:cxnLst/>
            <a:rect l="l" t="t" r="r" b="b"/>
            <a:pathLst>
              <a:path w="174479" h="155093">
                <a:moveTo>
                  <a:pt x="81454" y="25808"/>
                </a:moveTo>
                <a:lnTo>
                  <a:pt x="46134" y="65066"/>
                </a:lnTo>
                <a:cubicBezTo>
                  <a:pt x="44741" y="66611"/>
                  <a:pt x="44801" y="69004"/>
                  <a:pt x="46285" y="70488"/>
                </a:cubicBezTo>
                <a:cubicBezTo>
                  <a:pt x="55524" y="79727"/>
                  <a:pt x="70519" y="79727"/>
                  <a:pt x="79758" y="70488"/>
                </a:cubicBezTo>
                <a:lnTo>
                  <a:pt x="89390" y="60856"/>
                </a:lnTo>
                <a:cubicBezTo>
                  <a:pt x="90663" y="59583"/>
                  <a:pt x="92268" y="58887"/>
                  <a:pt x="93904" y="58766"/>
                </a:cubicBezTo>
                <a:cubicBezTo>
                  <a:pt x="95964" y="58584"/>
                  <a:pt x="98084" y="59281"/>
                  <a:pt x="99659" y="60856"/>
                </a:cubicBezTo>
                <a:lnTo>
                  <a:pt x="153154" y="113896"/>
                </a:lnTo>
                <a:lnTo>
                  <a:pt x="174479" y="96933"/>
                </a:lnTo>
                <a:lnTo>
                  <a:pt x="174479" y="9693"/>
                </a:lnTo>
                <a:lnTo>
                  <a:pt x="140553" y="29080"/>
                </a:lnTo>
                <a:lnTo>
                  <a:pt x="133343" y="24264"/>
                </a:lnTo>
                <a:cubicBezTo>
                  <a:pt x="128557" y="21083"/>
                  <a:pt x="122953" y="19387"/>
                  <a:pt x="117198" y="19387"/>
                </a:cubicBezTo>
                <a:lnTo>
                  <a:pt x="95873" y="19387"/>
                </a:lnTo>
                <a:cubicBezTo>
                  <a:pt x="95539" y="19387"/>
                  <a:pt x="95176" y="19387"/>
                  <a:pt x="94843" y="19417"/>
                </a:cubicBezTo>
                <a:cubicBezTo>
                  <a:pt x="89723" y="19689"/>
                  <a:pt x="84907" y="21992"/>
                  <a:pt x="81454" y="25808"/>
                </a:cubicBezTo>
                <a:close/>
                <a:moveTo>
                  <a:pt x="35320" y="55343"/>
                </a:moveTo>
                <a:lnTo>
                  <a:pt x="67671" y="19387"/>
                </a:lnTo>
                <a:lnTo>
                  <a:pt x="55676" y="19387"/>
                </a:lnTo>
                <a:cubicBezTo>
                  <a:pt x="47951" y="19387"/>
                  <a:pt x="40560" y="22446"/>
                  <a:pt x="35108" y="27898"/>
                </a:cubicBezTo>
                <a:lnTo>
                  <a:pt x="33927" y="29080"/>
                </a:lnTo>
                <a:lnTo>
                  <a:pt x="0" y="9693"/>
                </a:lnTo>
                <a:lnTo>
                  <a:pt x="0" y="96933"/>
                </a:lnTo>
                <a:lnTo>
                  <a:pt x="47376" y="136403"/>
                </a:lnTo>
                <a:cubicBezTo>
                  <a:pt x="54343" y="142219"/>
                  <a:pt x="63128" y="145399"/>
                  <a:pt x="72185" y="145399"/>
                </a:cubicBezTo>
                <a:lnTo>
                  <a:pt x="76940" y="145399"/>
                </a:lnTo>
                <a:lnTo>
                  <a:pt x="74820" y="143279"/>
                </a:lnTo>
                <a:cubicBezTo>
                  <a:pt x="71973" y="140431"/>
                  <a:pt x="71973" y="135827"/>
                  <a:pt x="74820" y="133010"/>
                </a:cubicBezTo>
                <a:cubicBezTo>
                  <a:pt x="77667" y="130193"/>
                  <a:pt x="82272" y="130163"/>
                  <a:pt x="85089" y="133010"/>
                </a:cubicBezTo>
                <a:lnTo>
                  <a:pt x="97508" y="145430"/>
                </a:lnTo>
                <a:lnTo>
                  <a:pt x="100235" y="145430"/>
                </a:lnTo>
                <a:cubicBezTo>
                  <a:pt x="106020" y="145430"/>
                  <a:pt x="111685" y="144127"/>
                  <a:pt x="116834" y="141704"/>
                </a:cubicBezTo>
                <a:lnTo>
                  <a:pt x="108747" y="133586"/>
                </a:lnTo>
                <a:cubicBezTo>
                  <a:pt x="105899" y="130738"/>
                  <a:pt x="105899" y="126134"/>
                  <a:pt x="108747" y="123317"/>
                </a:cubicBezTo>
                <a:cubicBezTo>
                  <a:pt x="111594" y="120500"/>
                  <a:pt x="116198" y="120469"/>
                  <a:pt x="119015" y="123317"/>
                </a:cubicBezTo>
                <a:lnTo>
                  <a:pt x="128709" y="133010"/>
                </a:lnTo>
                <a:lnTo>
                  <a:pt x="134010" y="127709"/>
                </a:lnTo>
                <a:cubicBezTo>
                  <a:pt x="136706" y="125013"/>
                  <a:pt x="137493" y="121105"/>
                  <a:pt x="136312" y="117683"/>
                </a:cubicBezTo>
                <a:lnTo>
                  <a:pt x="94540" y="76244"/>
                </a:lnTo>
                <a:lnTo>
                  <a:pt x="90026" y="80757"/>
                </a:lnTo>
                <a:cubicBezTo>
                  <a:pt x="75093" y="95691"/>
                  <a:pt x="50920" y="95691"/>
                  <a:pt x="35986" y="80757"/>
                </a:cubicBezTo>
                <a:cubicBezTo>
                  <a:pt x="29019" y="73790"/>
                  <a:pt x="28747" y="62613"/>
                  <a:pt x="35320" y="553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78" name="Text 76"/>
          <p:cNvSpPr/>
          <p:nvPr/>
        </p:nvSpPr>
        <p:spPr>
          <a:xfrm>
            <a:off x="8625709" y="5031009"/>
            <a:ext cx="3093235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政企合作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36151" y="5410141"/>
            <a:ext cx="3274177" cy="448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与地方农业管理部门、农业技术推广中心合作，定制后端数据对接模块，实现区域病害数据互通。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453384" y="6013052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1" name="Text 79"/>
          <p:cNvSpPr/>
          <p:nvPr/>
        </p:nvSpPr>
        <p:spPr>
          <a:xfrm>
            <a:off x="8677361" y="5995853"/>
            <a:ext cx="138721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为政府部门提供决策支撑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453384" y="625426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3" name="Text 81"/>
          <p:cNvSpPr/>
          <p:nvPr/>
        </p:nvSpPr>
        <p:spPr>
          <a:xfrm>
            <a:off x="8677361" y="6237058"/>
            <a:ext cx="1025334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拓展项目推广渠道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453384" y="649546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5" name="Text 83"/>
          <p:cNvSpPr/>
          <p:nvPr/>
        </p:nvSpPr>
        <p:spPr>
          <a:xfrm>
            <a:off x="8677361" y="6478271"/>
            <a:ext cx="784079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降低推广成本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412271"/>
            <a:ext cx="74970" cy="299880"/>
          </a:xfrm>
          <a:custGeom>
            <a:avLst/>
            <a:gdLst/>
            <a:ahLst/>
            <a:cxnLst/>
            <a:rect l="l" t="t" r="r" b="b"/>
            <a:pathLst>
              <a:path w="74970" h="29988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262395"/>
                </a:lnTo>
                <a:cubicBezTo>
                  <a:pt x="74970" y="283097"/>
                  <a:pt x="58187" y="299880"/>
                  <a:pt x="37485" y="299880"/>
                </a:cubicBezTo>
                <a:lnTo>
                  <a:pt x="37485" y="299880"/>
                </a:lnTo>
                <a:cubicBezTo>
                  <a:pt x="16783" y="299880"/>
                  <a:pt x="0" y="283097"/>
                  <a:pt x="0" y="2623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62194" y="374850"/>
            <a:ext cx="3879699" cy="374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5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三年发展规划与财务计划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0" y="1067610"/>
            <a:ext cx="3692274" cy="3241933"/>
          </a:xfrm>
          <a:custGeom>
            <a:avLst/>
            <a:gdLst/>
            <a:ahLst/>
            <a:cxnLst/>
            <a:rect l="l" t="t" r="r" b="b"/>
            <a:pathLst>
              <a:path w="3692274" h="3241933">
                <a:moveTo>
                  <a:pt x="36444" y="0"/>
                </a:moveTo>
                <a:lnTo>
                  <a:pt x="3655830" y="0"/>
                </a:lnTo>
                <a:cubicBezTo>
                  <a:pt x="3675957" y="0"/>
                  <a:pt x="3692274" y="16316"/>
                  <a:pt x="3692274" y="36444"/>
                </a:cubicBezTo>
                <a:lnTo>
                  <a:pt x="3692274" y="3129470"/>
                </a:lnTo>
                <a:cubicBezTo>
                  <a:pt x="3692274" y="3191582"/>
                  <a:pt x="3641922" y="3241933"/>
                  <a:pt x="3579811" y="3241933"/>
                </a:cubicBezTo>
                <a:lnTo>
                  <a:pt x="112463" y="3241933"/>
                </a:lnTo>
                <a:cubicBezTo>
                  <a:pt x="50351" y="3241933"/>
                  <a:pt x="0" y="3191582"/>
                  <a:pt x="0" y="3129470"/>
                </a:cubicBezTo>
                <a:lnTo>
                  <a:pt x="0" y="36444"/>
                </a:lnTo>
                <a:cubicBezTo>
                  <a:pt x="0" y="16330"/>
                  <a:pt x="16330" y="0"/>
                  <a:pt x="364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850" y="1067610"/>
            <a:ext cx="3692274" cy="36444"/>
          </a:xfrm>
          <a:custGeom>
            <a:avLst/>
            <a:gdLst/>
            <a:ahLst/>
            <a:cxnLst/>
            <a:rect l="l" t="t" r="r" b="b"/>
            <a:pathLst>
              <a:path w="3692274" h="36444">
                <a:moveTo>
                  <a:pt x="36444" y="0"/>
                </a:moveTo>
                <a:lnTo>
                  <a:pt x="3655830" y="0"/>
                </a:lnTo>
                <a:cubicBezTo>
                  <a:pt x="3675957" y="0"/>
                  <a:pt x="3692274" y="16316"/>
                  <a:pt x="3692274" y="36444"/>
                </a:cubicBezTo>
                <a:lnTo>
                  <a:pt x="3692274" y="36444"/>
                </a:lnTo>
                <a:lnTo>
                  <a:pt x="0" y="36444"/>
                </a:lnTo>
                <a:lnTo>
                  <a:pt x="0" y="36444"/>
                </a:lnTo>
                <a:cubicBezTo>
                  <a:pt x="0" y="16330"/>
                  <a:pt x="16330" y="0"/>
                  <a:pt x="36444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562275" y="1273255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506048" y="1273255"/>
            <a:ext cx="637245" cy="524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Y1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9472" y="1310758"/>
            <a:ext cx="65598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第一年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9472" y="1573098"/>
            <a:ext cx="62787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18" y="1985369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37485" y="93713"/>
                </a:moveTo>
                <a:lnTo>
                  <a:pt x="7175" y="93713"/>
                </a:lnTo>
                <a:cubicBezTo>
                  <a:pt x="-117" y="93713"/>
                  <a:pt x="-4598" y="85776"/>
                  <a:pt x="-849" y="79509"/>
                </a:cubicBezTo>
                <a:lnTo>
                  <a:pt x="14643" y="53680"/>
                </a:lnTo>
                <a:cubicBezTo>
                  <a:pt x="17190" y="49433"/>
                  <a:pt x="21759" y="46856"/>
                  <a:pt x="26708" y="46856"/>
                </a:cubicBezTo>
                <a:lnTo>
                  <a:pt x="54529" y="46856"/>
                </a:lnTo>
                <a:cubicBezTo>
                  <a:pt x="76815" y="9108"/>
                  <a:pt x="110054" y="7204"/>
                  <a:pt x="132281" y="10455"/>
                </a:cubicBezTo>
                <a:cubicBezTo>
                  <a:pt x="136030" y="11011"/>
                  <a:pt x="138958" y="13940"/>
                  <a:pt x="139485" y="17659"/>
                </a:cubicBezTo>
                <a:cubicBezTo>
                  <a:pt x="142736" y="39886"/>
                  <a:pt x="140832" y="73125"/>
                  <a:pt x="103084" y="95411"/>
                </a:cubicBezTo>
                <a:lnTo>
                  <a:pt x="103084" y="123232"/>
                </a:lnTo>
                <a:cubicBezTo>
                  <a:pt x="103084" y="128181"/>
                  <a:pt x="100507" y="132750"/>
                  <a:pt x="96260" y="135297"/>
                </a:cubicBezTo>
                <a:lnTo>
                  <a:pt x="70431" y="150789"/>
                </a:lnTo>
                <a:cubicBezTo>
                  <a:pt x="64193" y="154538"/>
                  <a:pt x="56228" y="150028"/>
                  <a:pt x="56228" y="142765"/>
                </a:cubicBezTo>
                <a:lnTo>
                  <a:pt x="56228" y="112455"/>
                </a:lnTo>
                <a:cubicBezTo>
                  <a:pt x="56228" y="102117"/>
                  <a:pt x="47823" y="93713"/>
                  <a:pt x="37485" y="93713"/>
                </a:cubicBezTo>
                <a:lnTo>
                  <a:pt x="37456" y="93713"/>
                </a:lnTo>
                <a:close/>
                <a:moveTo>
                  <a:pt x="117141" y="46856"/>
                </a:moveTo>
                <a:cubicBezTo>
                  <a:pt x="117141" y="39098"/>
                  <a:pt x="110842" y="32799"/>
                  <a:pt x="103084" y="32799"/>
                </a:cubicBezTo>
                <a:cubicBezTo>
                  <a:pt x="95326" y="32799"/>
                  <a:pt x="89027" y="39098"/>
                  <a:pt x="89027" y="46856"/>
                </a:cubicBezTo>
                <a:cubicBezTo>
                  <a:pt x="89027" y="54614"/>
                  <a:pt x="95326" y="60913"/>
                  <a:pt x="103084" y="60913"/>
                </a:cubicBezTo>
                <a:cubicBezTo>
                  <a:pt x="110842" y="60913"/>
                  <a:pt x="117141" y="54614"/>
                  <a:pt x="117141" y="46856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1" name="Text 9"/>
          <p:cNvSpPr/>
          <p:nvPr/>
        </p:nvSpPr>
        <p:spPr>
          <a:xfrm>
            <a:off x="749700" y="1947949"/>
            <a:ext cx="3204968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产品研发与试点推广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275" y="2247719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完成核心程序开发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275" y="2472565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上线初始版本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275" y="2697411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完成4次程序迭代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2275" y="2922257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服务500+种植户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275" y="3224703"/>
            <a:ext cx="3317424" cy="5206"/>
          </a:xfrm>
          <a:custGeom>
            <a:avLst/>
            <a:gdLst/>
            <a:ahLst/>
            <a:cxnLst/>
            <a:rect l="l" t="t" r="r" b="b"/>
            <a:pathLst>
              <a:path w="3317424" h="5206">
                <a:moveTo>
                  <a:pt x="0" y="0"/>
                </a:moveTo>
                <a:lnTo>
                  <a:pt x="3317424" y="0"/>
                </a:lnTo>
                <a:lnTo>
                  <a:pt x="3317424" y="5206"/>
                </a:lnTo>
                <a:lnTo>
                  <a:pt x="0" y="52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7" name="Text 15"/>
          <p:cNvSpPr/>
          <p:nvPr/>
        </p:nvSpPr>
        <p:spPr>
          <a:xfrm>
            <a:off x="562275" y="3377147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60693" y="3339726"/>
            <a:ext cx="50604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275" y="3639496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73360" y="3602075"/>
            <a:ext cx="39359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275" y="3901846"/>
            <a:ext cx="459191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净亏损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5010" y="3864425"/>
            <a:ext cx="496676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5C6B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42万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2450" y="1067610"/>
            <a:ext cx="3692274" cy="3241933"/>
          </a:xfrm>
          <a:custGeom>
            <a:avLst/>
            <a:gdLst/>
            <a:ahLst/>
            <a:cxnLst/>
            <a:rect l="l" t="t" r="r" b="b"/>
            <a:pathLst>
              <a:path w="3692274" h="3241933">
                <a:moveTo>
                  <a:pt x="36444" y="0"/>
                </a:moveTo>
                <a:lnTo>
                  <a:pt x="3655830" y="0"/>
                </a:lnTo>
                <a:cubicBezTo>
                  <a:pt x="3675957" y="0"/>
                  <a:pt x="3692274" y="16316"/>
                  <a:pt x="3692274" y="36444"/>
                </a:cubicBezTo>
                <a:lnTo>
                  <a:pt x="3692274" y="3129470"/>
                </a:lnTo>
                <a:cubicBezTo>
                  <a:pt x="3692274" y="3191582"/>
                  <a:pt x="3641922" y="3241933"/>
                  <a:pt x="3579811" y="3241933"/>
                </a:cubicBezTo>
                <a:lnTo>
                  <a:pt x="112463" y="3241933"/>
                </a:lnTo>
                <a:cubicBezTo>
                  <a:pt x="50351" y="3241933"/>
                  <a:pt x="0" y="3191582"/>
                  <a:pt x="0" y="3129470"/>
                </a:cubicBezTo>
                <a:lnTo>
                  <a:pt x="0" y="36444"/>
                </a:lnTo>
                <a:cubicBezTo>
                  <a:pt x="0" y="16330"/>
                  <a:pt x="16330" y="0"/>
                  <a:pt x="364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2450" y="1067610"/>
            <a:ext cx="3692274" cy="36444"/>
          </a:xfrm>
          <a:custGeom>
            <a:avLst/>
            <a:gdLst/>
            <a:ahLst/>
            <a:cxnLst/>
            <a:rect l="l" t="t" r="r" b="b"/>
            <a:pathLst>
              <a:path w="3692274" h="36444">
                <a:moveTo>
                  <a:pt x="36444" y="0"/>
                </a:moveTo>
                <a:lnTo>
                  <a:pt x="3655830" y="0"/>
                </a:lnTo>
                <a:cubicBezTo>
                  <a:pt x="3675957" y="0"/>
                  <a:pt x="3692274" y="16316"/>
                  <a:pt x="3692274" y="36444"/>
                </a:cubicBezTo>
                <a:lnTo>
                  <a:pt x="3692274" y="36444"/>
                </a:lnTo>
                <a:lnTo>
                  <a:pt x="0" y="36444"/>
                </a:lnTo>
                <a:lnTo>
                  <a:pt x="0" y="36444"/>
                </a:lnTo>
                <a:cubicBezTo>
                  <a:pt x="0" y="16330"/>
                  <a:pt x="16330" y="0"/>
                  <a:pt x="36444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5" name="Shape 23"/>
          <p:cNvSpPr/>
          <p:nvPr/>
        </p:nvSpPr>
        <p:spPr>
          <a:xfrm>
            <a:off x="4439875" y="1273255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26" name="Text 24"/>
          <p:cNvSpPr/>
          <p:nvPr/>
        </p:nvSpPr>
        <p:spPr>
          <a:xfrm>
            <a:off x="4383648" y="1273255"/>
            <a:ext cx="637245" cy="524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Y2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7072" y="1310758"/>
            <a:ext cx="65598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第二年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7072" y="1573098"/>
            <a:ext cx="62787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2027年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8618" y="1985369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8743" y="18743"/>
                </a:moveTo>
                <a:cubicBezTo>
                  <a:pt x="18743" y="13559"/>
                  <a:pt x="14555" y="9371"/>
                  <a:pt x="9371" y="9371"/>
                </a:cubicBezTo>
                <a:cubicBezTo>
                  <a:pt x="4188" y="9371"/>
                  <a:pt x="0" y="13559"/>
                  <a:pt x="0" y="18743"/>
                </a:cubicBezTo>
                <a:lnTo>
                  <a:pt x="0" y="117141"/>
                </a:lnTo>
                <a:cubicBezTo>
                  <a:pt x="0" y="130085"/>
                  <a:pt x="10484" y="140569"/>
                  <a:pt x="23428" y="140569"/>
                </a:cubicBezTo>
                <a:lnTo>
                  <a:pt x="140569" y="140569"/>
                </a:lnTo>
                <a:cubicBezTo>
                  <a:pt x="145752" y="140569"/>
                  <a:pt x="149940" y="136381"/>
                  <a:pt x="149940" y="131198"/>
                </a:cubicBezTo>
                <a:cubicBezTo>
                  <a:pt x="149940" y="126014"/>
                  <a:pt x="145752" y="121826"/>
                  <a:pt x="140569" y="121826"/>
                </a:cubicBezTo>
                <a:lnTo>
                  <a:pt x="23428" y="121826"/>
                </a:lnTo>
                <a:cubicBezTo>
                  <a:pt x="20851" y="121826"/>
                  <a:pt x="18743" y="119718"/>
                  <a:pt x="18743" y="117141"/>
                </a:cubicBezTo>
                <a:lnTo>
                  <a:pt x="18743" y="18743"/>
                </a:lnTo>
                <a:close/>
                <a:moveTo>
                  <a:pt x="137816" y="44103"/>
                </a:moveTo>
                <a:cubicBezTo>
                  <a:pt x="141477" y="40443"/>
                  <a:pt x="141477" y="34498"/>
                  <a:pt x="137816" y="30837"/>
                </a:cubicBezTo>
                <a:cubicBezTo>
                  <a:pt x="134155" y="27177"/>
                  <a:pt x="128210" y="27177"/>
                  <a:pt x="124550" y="30837"/>
                </a:cubicBezTo>
                <a:lnTo>
                  <a:pt x="93713" y="61704"/>
                </a:lnTo>
                <a:lnTo>
                  <a:pt x="76903" y="44923"/>
                </a:lnTo>
                <a:cubicBezTo>
                  <a:pt x="73242" y="41263"/>
                  <a:pt x="67297" y="41263"/>
                  <a:pt x="63637" y="44923"/>
                </a:cubicBezTo>
                <a:lnTo>
                  <a:pt x="35523" y="73037"/>
                </a:lnTo>
                <a:cubicBezTo>
                  <a:pt x="31862" y="76698"/>
                  <a:pt x="31862" y="82643"/>
                  <a:pt x="35523" y="86303"/>
                </a:cubicBezTo>
                <a:cubicBezTo>
                  <a:pt x="39184" y="89964"/>
                  <a:pt x="45128" y="89964"/>
                  <a:pt x="48789" y="86303"/>
                </a:cubicBezTo>
                <a:lnTo>
                  <a:pt x="70284" y="64808"/>
                </a:lnTo>
                <a:lnTo>
                  <a:pt x="87094" y="81618"/>
                </a:lnTo>
                <a:cubicBezTo>
                  <a:pt x="90755" y="85278"/>
                  <a:pt x="96700" y="85278"/>
                  <a:pt x="100360" y="81618"/>
                </a:cubicBezTo>
                <a:lnTo>
                  <a:pt x="137845" y="44133"/>
                </a:lnTo>
                <a:close/>
              </a:path>
            </a:pathLst>
          </a:custGeom>
          <a:solidFill>
            <a:srgbClr val="5C6BC0"/>
          </a:solidFill>
        </p:spPr>
      </p:sp>
      <p:sp>
        <p:nvSpPr>
          <p:cNvPr id="30" name="Text 28"/>
          <p:cNvSpPr/>
          <p:nvPr/>
        </p:nvSpPr>
        <p:spPr>
          <a:xfrm>
            <a:off x="4627300" y="1947949"/>
            <a:ext cx="3204968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市场拓展与盈利提升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39875" y="2247719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优化程序性能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39875" y="2472565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拓展2+病害识别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39875" y="2697411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覆盖5个重点区域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39875" y="2922257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服务1000+种植户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39875" y="3224703"/>
            <a:ext cx="3317424" cy="5206"/>
          </a:xfrm>
          <a:custGeom>
            <a:avLst/>
            <a:gdLst/>
            <a:ahLst/>
            <a:cxnLst/>
            <a:rect l="l" t="t" r="r" b="b"/>
            <a:pathLst>
              <a:path w="3317424" h="5206">
                <a:moveTo>
                  <a:pt x="0" y="0"/>
                </a:moveTo>
                <a:lnTo>
                  <a:pt x="3317424" y="0"/>
                </a:lnTo>
                <a:lnTo>
                  <a:pt x="3317424" y="5206"/>
                </a:lnTo>
                <a:lnTo>
                  <a:pt x="0" y="52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6" name="Text 34"/>
          <p:cNvSpPr/>
          <p:nvPr/>
        </p:nvSpPr>
        <p:spPr>
          <a:xfrm>
            <a:off x="4439875" y="3377147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40002" y="3339726"/>
            <a:ext cx="50604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30万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9875" y="3639496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40408" y="3602075"/>
            <a:ext cx="50604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39875" y="3901846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盈利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76527" y="3864425"/>
            <a:ext cx="46856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30050" y="1067610"/>
            <a:ext cx="3692274" cy="3241933"/>
          </a:xfrm>
          <a:custGeom>
            <a:avLst/>
            <a:gdLst/>
            <a:ahLst/>
            <a:cxnLst/>
            <a:rect l="l" t="t" r="r" b="b"/>
            <a:pathLst>
              <a:path w="3692274" h="3241933">
                <a:moveTo>
                  <a:pt x="36444" y="0"/>
                </a:moveTo>
                <a:lnTo>
                  <a:pt x="3655830" y="0"/>
                </a:lnTo>
                <a:cubicBezTo>
                  <a:pt x="3675957" y="0"/>
                  <a:pt x="3692274" y="16316"/>
                  <a:pt x="3692274" y="36444"/>
                </a:cubicBezTo>
                <a:lnTo>
                  <a:pt x="3692274" y="3129470"/>
                </a:lnTo>
                <a:cubicBezTo>
                  <a:pt x="3692274" y="3191582"/>
                  <a:pt x="3641922" y="3241933"/>
                  <a:pt x="3579811" y="3241933"/>
                </a:cubicBezTo>
                <a:lnTo>
                  <a:pt x="112463" y="3241933"/>
                </a:lnTo>
                <a:cubicBezTo>
                  <a:pt x="50351" y="3241933"/>
                  <a:pt x="0" y="3191582"/>
                  <a:pt x="0" y="3129470"/>
                </a:cubicBezTo>
                <a:lnTo>
                  <a:pt x="0" y="36444"/>
                </a:lnTo>
                <a:cubicBezTo>
                  <a:pt x="0" y="16330"/>
                  <a:pt x="16330" y="0"/>
                  <a:pt x="364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30050" y="1067610"/>
            <a:ext cx="3692274" cy="36444"/>
          </a:xfrm>
          <a:custGeom>
            <a:avLst/>
            <a:gdLst/>
            <a:ahLst/>
            <a:cxnLst/>
            <a:rect l="l" t="t" r="r" b="b"/>
            <a:pathLst>
              <a:path w="3692274" h="36444">
                <a:moveTo>
                  <a:pt x="36444" y="0"/>
                </a:moveTo>
                <a:lnTo>
                  <a:pt x="3655830" y="0"/>
                </a:lnTo>
                <a:cubicBezTo>
                  <a:pt x="3675957" y="0"/>
                  <a:pt x="3692274" y="16316"/>
                  <a:pt x="3692274" y="36444"/>
                </a:cubicBezTo>
                <a:lnTo>
                  <a:pt x="3692274" y="36444"/>
                </a:lnTo>
                <a:lnTo>
                  <a:pt x="0" y="36444"/>
                </a:lnTo>
                <a:lnTo>
                  <a:pt x="0" y="36444"/>
                </a:lnTo>
                <a:cubicBezTo>
                  <a:pt x="0" y="16330"/>
                  <a:pt x="16330" y="0"/>
                  <a:pt x="36444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4" name="Shape 42"/>
          <p:cNvSpPr/>
          <p:nvPr/>
        </p:nvSpPr>
        <p:spPr>
          <a:xfrm>
            <a:off x="8317475" y="1273255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5" name="Text 43"/>
          <p:cNvSpPr/>
          <p:nvPr/>
        </p:nvSpPr>
        <p:spPr>
          <a:xfrm>
            <a:off x="8261248" y="1273255"/>
            <a:ext cx="637245" cy="524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Y3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54672" y="1310758"/>
            <a:ext cx="65598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FFA72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第三年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54672" y="1573098"/>
            <a:ext cx="62787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2028年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36218" y="1985369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42258" y="0"/>
                </a:moveTo>
                <a:lnTo>
                  <a:pt x="107857" y="0"/>
                </a:lnTo>
                <a:cubicBezTo>
                  <a:pt x="115618" y="0"/>
                  <a:pt x="121943" y="6384"/>
                  <a:pt x="121651" y="14115"/>
                </a:cubicBezTo>
                <a:cubicBezTo>
                  <a:pt x="121592" y="15668"/>
                  <a:pt x="121533" y="17220"/>
                  <a:pt x="121446" y="18743"/>
                </a:cubicBezTo>
                <a:lnTo>
                  <a:pt x="135971" y="18743"/>
                </a:lnTo>
                <a:cubicBezTo>
                  <a:pt x="143614" y="18743"/>
                  <a:pt x="150350" y="25068"/>
                  <a:pt x="149764" y="33327"/>
                </a:cubicBezTo>
                <a:cubicBezTo>
                  <a:pt x="147568" y="63695"/>
                  <a:pt x="132047" y="80388"/>
                  <a:pt x="115208" y="89115"/>
                </a:cubicBezTo>
                <a:cubicBezTo>
                  <a:pt x="110581" y="91516"/>
                  <a:pt x="105866" y="93303"/>
                  <a:pt x="101385" y="94620"/>
                </a:cubicBezTo>
                <a:cubicBezTo>
                  <a:pt x="95470" y="102996"/>
                  <a:pt x="89320" y="107418"/>
                  <a:pt x="84429" y="109790"/>
                </a:cubicBezTo>
                <a:lnTo>
                  <a:pt x="84429" y="131198"/>
                </a:lnTo>
                <a:lnTo>
                  <a:pt x="103172" y="131198"/>
                </a:lnTo>
                <a:cubicBezTo>
                  <a:pt x="108355" y="131198"/>
                  <a:pt x="112543" y="135385"/>
                  <a:pt x="112543" y="140569"/>
                </a:cubicBezTo>
                <a:cubicBezTo>
                  <a:pt x="112543" y="145752"/>
                  <a:pt x="108355" y="149940"/>
                  <a:pt x="103172" y="149940"/>
                </a:cubicBezTo>
                <a:lnTo>
                  <a:pt x="46944" y="149940"/>
                </a:lnTo>
                <a:cubicBezTo>
                  <a:pt x="41761" y="149940"/>
                  <a:pt x="37573" y="145752"/>
                  <a:pt x="37573" y="140569"/>
                </a:cubicBezTo>
                <a:cubicBezTo>
                  <a:pt x="37573" y="135385"/>
                  <a:pt x="41761" y="131198"/>
                  <a:pt x="46944" y="131198"/>
                </a:cubicBezTo>
                <a:lnTo>
                  <a:pt x="65687" y="131198"/>
                </a:lnTo>
                <a:lnTo>
                  <a:pt x="65687" y="109790"/>
                </a:lnTo>
                <a:cubicBezTo>
                  <a:pt x="61001" y="107535"/>
                  <a:pt x="55173" y="103347"/>
                  <a:pt x="49492" y="95645"/>
                </a:cubicBezTo>
                <a:cubicBezTo>
                  <a:pt x="44103" y="94240"/>
                  <a:pt x="38246" y="92102"/>
                  <a:pt x="32536" y="88880"/>
                </a:cubicBezTo>
                <a:cubicBezTo>
                  <a:pt x="16693" y="80007"/>
                  <a:pt x="2401" y="63285"/>
                  <a:pt x="351" y="33268"/>
                </a:cubicBezTo>
                <a:cubicBezTo>
                  <a:pt x="-205" y="25039"/>
                  <a:pt x="6501" y="18713"/>
                  <a:pt x="14145" y="18713"/>
                </a:cubicBezTo>
                <a:lnTo>
                  <a:pt x="28670" y="18713"/>
                </a:lnTo>
                <a:cubicBezTo>
                  <a:pt x="28582" y="17190"/>
                  <a:pt x="28524" y="15668"/>
                  <a:pt x="28465" y="14086"/>
                </a:cubicBezTo>
                <a:cubicBezTo>
                  <a:pt x="28172" y="6326"/>
                  <a:pt x="34498" y="-29"/>
                  <a:pt x="42258" y="-29"/>
                </a:cubicBezTo>
                <a:close/>
                <a:moveTo>
                  <a:pt x="29724" y="32799"/>
                </a:moveTo>
                <a:lnTo>
                  <a:pt x="14379" y="32799"/>
                </a:lnTo>
                <a:cubicBezTo>
                  <a:pt x="16195" y="57604"/>
                  <a:pt x="27587" y="70021"/>
                  <a:pt x="39330" y="76610"/>
                </a:cubicBezTo>
                <a:cubicBezTo>
                  <a:pt x="35113" y="65687"/>
                  <a:pt x="31628" y="51425"/>
                  <a:pt x="29724" y="32799"/>
                </a:cubicBezTo>
                <a:close/>
                <a:moveTo>
                  <a:pt x="111284" y="75204"/>
                </a:moveTo>
                <a:cubicBezTo>
                  <a:pt x="123144" y="68234"/>
                  <a:pt x="133862" y="55847"/>
                  <a:pt x="135678" y="32799"/>
                </a:cubicBezTo>
                <a:lnTo>
                  <a:pt x="120362" y="32799"/>
                </a:lnTo>
                <a:cubicBezTo>
                  <a:pt x="118546" y="50634"/>
                  <a:pt x="115266" y="64486"/>
                  <a:pt x="111284" y="75204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49" name="Text 47"/>
          <p:cNvSpPr/>
          <p:nvPr/>
        </p:nvSpPr>
        <p:spPr>
          <a:xfrm>
            <a:off x="8504900" y="1947949"/>
            <a:ext cx="3204968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品牌巩固与生态拓展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17475" y="2247719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推出APP版本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17475" y="2472565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拓展其他作物识别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7475" y="2697411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构建防控生态平台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17475" y="2922257"/>
            <a:ext cx="3383022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服务2000+种植户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17475" y="3224703"/>
            <a:ext cx="3317424" cy="5206"/>
          </a:xfrm>
          <a:custGeom>
            <a:avLst/>
            <a:gdLst/>
            <a:ahLst/>
            <a:cxnLst/>
            <a:rect l="l" t="t" r="r" b="b"/>
            <a:pathLst>
              <a:path w="3317424" h="5206">
                <a:moveTo>
                  <a:pt x="0" y="0"/>
                </a:moveTo>
                <a:lnTo>
                  <a:pt x="3317424" y="0"/>
                </a:lnTo>
                <a:lnTo>
                  <a:pt x="3317424" y="5206"/>
                </a:lnTo>
                <a:lnTo>
                  <a:pt x="0" y="52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55" name="Text 53"/>
          <p:cNvSpPr/>
          <p:nvPr/>
        </p:nvSpPr>
        <p:spPr>
          <a:xfrm>
            <a:off x="8317475" y="3377147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18009" y="3339726"/>
            <a:ext cx="50604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40万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17475" y="3639496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48862" y="3602075"/>
            <a:ext cx="58101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120万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17475" y="3901846"/>
            <a:ext cx="327994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盈利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211093" y="3864425"/>
            <a:ext cx="515419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80万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74850" y="4501615"/>
            <a:ext cx="11442300" cy="2361556"/>
          </a:xfrm>
          <a:custGeom>
            <a:avLst/>
            <a:gdLst/>
            <a:ahLst/>
            <a:cxnLst/>
            <a:rect l="l" t="t" r="r" b="b"/>
            <a:pathLst>
              <a:path w="11442300" h="2361556">
                <a:moveTo>
                  <a:pt x="112457" y="0"/>
                </a:moveTo>
                <a:lnTo>
                  <a:pt x="11329842" y="0"/>
                </a:lnTo>
                <a:cubicBezTo>
                  <a:pt x="11391951" y="0"/>
                  <a:pt x="11442300" y="50349"/>
                  <a:pt x="11442300" y="112457"/>
                </a:cubicBezTo>
                <a:lnTo>
                  <a:pt x="11442300" y="2249098"/>
                </a:lnTo>
                <a:cubicBezTo>
                  <a:pt x="11442300" y="2311207"/>
                  <a:pt x="11391951" y="2361556"/>
                  <a:pt x="11329842" y="2361556"/>
                </a:cubicBezTo>
                <a:lnTo>
                  <a:pt x="112457" y="2361556"/>
                </a:lnTo>
                <a:cubicBezTo>
                  <a:pt x="50349" y="2361556"/>
                  <a:pt x="0" y="2311207"/>
                  <a:pt x="0" y="2249098"/>
                </a:cubicBezTo>
                <a:lnTo>
                  <a:pt x="0" y="112457"/>
                </a:lnTo>
                <a:cubicBezTo>
                  <a:pt x="0" y="50349"/>
                  <a:pt x="50349" y="0"/>
                  <a:pt x="1124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81018" y="4735896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0" y="138241"/>
                </a:moveTo>
                <a:lnTo>
                  <a:pt x="0" y="36076"/>
                </a:lnTo>
                <a:cubicBezTo>
                  <a:pt x="0" y="28432"/>
                  <a:pt x="7940" y="23359"/>
                  <a:pt x="15254" y="25533"/>
                </a:cubicBezTo>
                <a:cubicBezTo>
                  <a:pt x="44147" y="34165"/>
                  <a:pt x="64574" y="27345"/>
                  <a:pt x="85132" y="20492"/>
                </a:cubicBezTo>
                <a:cubicBezTo>
                  <a:pt x="106382" y="13409"/>
                  <a:pt x="127764" y="6293"/>
                  <a:pt x="158700" y="16176"/>
                </a:cubicBezTo>
                <a:cubicBezTo>
                  <a:pt x="164795" y="18120"/>
                  <a:pt x="168683" y="24017"/>
                  <a:pt x="168683" y="30442"/>
                </a:cubicBezTo>
                <a:lnTo>
                  <a:pt x="168683" y="132607"/>
                </a:lnTo>
                <a:cubicBezTo>
                  <a:pt x="168683" y="140250"/>
                  <a:pt x="160743" y="145324"/>
                  <a:pt x="153462" y="143150"/>
                </a:cubicBezTo>
                <a:cubicBezTo>
                  <a:pt x="124568" y="134518"/>
                  <a:pt x="104109" y="141338"/>
                  <a:pt x="83584" y="148190"/>
                </a:cubicBezTo>
                <a:cubicBezTo>
                  <a:pt x="62333" y="155274"/>
                  <a:pt x="40952" y="162390"/>
                  <a:pt x="10016" y="152506"/>
                </a:cubicBezTo>
                <a:cubicBezTo>
                  <a:pt x="3921" y="150562"/>
                  <a:pt x="33" y="144665"/>
                  <a:pt x="33" y="138241"/>
                </a:cubicBezTo>
                <a:close/>
                <a:moveTo>
                  <a:pt x="110698" y="84341"/>
                </a:moveTo>
                <a:cubicBezTo>
                  <a:pt x="110698" y="66880"/>
                  <a:pt x="98903" y="52713"/>
                  <a:pt x="84341" y="52713"/>
                </a:cubicBezTo>
                <a:cubicBezTo>
                  <a:pt x="69779" y="52713"/>
                  <a:pt x="57985" y="66880"/>
                  <a:pt x="57985" y="84341"/>
                </a:cubicBezTo>
                <a:cubicBezTo>
                  <a:pt x="57985" y="101803"/>
                  <a:pt x="69779" y="115969"/>
                  <a:pt x="84341" y="115969"/>
                </a:cubicBezTo>
                <a:cubicBezTo>
                  <a:pt x="98903" y="115969"/>
                  <a:pt x="110698" y="101803"/>
                  <a:pt x="110698" y="84341"/>
                </a:cubicBezTo>
                <a:close/>
                <a:moveTo>
                  <a:pt x="39535" y="136264"/>
                </a:moveTo>
                <a:cubicBezTo>
                  <a:pt x="40985" y="136264"/>
                  <a:pt x="42138" y="135012"/>
                  <a:pt x="41907" y="133595"/>
                </a:cubicBezTo>
                <a:cubicBezTo>
                  <a:pt x="40392" y="124436"/>
                  <a:pt x="33012" y="117287"/>
                  <a:pt x="23721" y="116134"/>
                </a:cubicBezTo>
                <a:cubicBezTo>
                  <a:pt x="22271" y="115969"/>
                  <a:pt x="21085" y="117155"/>
                  <a:pt x="21085" y="118605"/>
                </a:cubicBezTo>
                <a:lnTo>
                  <a:pt x="21085" y="131750"/>
                </a:lnTo>
                <a:cubicBezTo>
                  <a:pt x="21085" y="132936"/>
                  <a:pt x="21876" y="133991"/>
                  <a:pt x="23062" y="134287"/>
                </a:cubicBezTo>
                <a:cubicBezTo>
                  <a:pt x="28959" y="135671"/>
                  <a:pt x="34362" y="136297"/>
                  <a:pt x="39535" y="136297"/>
                </a:cubicBezTo>
                <a:close/>
                <a:moveTo>
                  <a:pt x="144467" y="119429"/>
                </a:moveTo>
                <a:cubicBezTo>
                  <a:pt x="146115" y="119692"/>
                  <a:pt x="147597" y="118440"/>
                  <a:pt x="147597" y="116793"/>
                </a:cubicBezTo>
                <a:lnTo>
                  <a:pt x="147597" y="102758"/>
                </a:lnTo>
                <a:cubicBezTo>
                  <a:pt x="147597" y="101308"/>
                  <a:pt x="146411" y="100089"/>
                  <a:pt x="144962" y="100287"/>
                </a:cubicBezTo>
                <a:cubicBezTo>
                  <a:pt x="136659" y="101308"/>
                  <a:pt x="129839" y="107173"/>
                  <a:pt x="127434" y="114981"/>
                </a:cubicBezTo>
                <a:cubicBezTo>
                  <a:pt x="126973" y="116529"/>
                  <a:pt x="128192" y="117979"/>
                  <a:pt x="129806" y="118012"/>
                </a:cubicBezTo>
                <a:cubicBezTo>
                  <a:pt x="134485" y="118144"/>
                  <a:pt x="139361" y="118572"/>
                  <a:pt x="144434" y="119429"/>
                </a:cubicBezTo>
                <a:close/>
                <a:moveTo>
                  <a:pt x="147597" y="50078"/>
                </a:moveTo>
                <a:lnTo>
                  <a:pt x="147597" y="36932"/>
                </a:lnTo>
                <a:cubicBezTo>
                  <a:pt x="147597" y="35746"/>
                  <a:pt x="146774" y="34692"/>
                  <a:pt x="145620" y="34395"/>
                </a:cubicBezTo>
                <a:cubicBezTo>
                  <a:pt x="139723" y="33012"/>
                  <a:pt x="134320" y="32386"/>
                  <a:pt x="129148" y="32386"/>
                </a:cubicBezTo>
                <a:cubicBezTo>
                  <a:pt x="127698" y="32386"/>
                  <a:pt x="126545" y="33638"/>
                  <a:pt x="126775" y="35054"/>
                </a:cubicBezTo>
                <a:cubicBezTo>
                  <a:pt x="128291" y="44213"/>
                  <a:pt x="135671" y="51363"/>
                  <a:pt x="144962" y="52516"/>
                </a:cubicBezTo>
                <a:cubicBezTo>
                  <a:pt x="146411" y="52680"/>
                  <a:pt x="147597" y="51494"/>
                  <a:pt x="147597" y="50045"/>
                </a:cubicBezTo>
                <a:close/>
                <a:moveTo>
                  <a:pt x="41248" y="53669"/>
                </a:moveTo>
                <a:cubicBezTo>
                  <a:pt x="41709" y="52120"/>
                  <a:pt x="40490" y="50671"/>
                  <a:pt x="38876" y="50638"/>
                </a:cubicBezTo>
                <a:cubicBezTo>
                  <a:pt x="34198" y="50506"/>
                  <a:pt x="29322" y="50078"/>
                  <a:pt x="24248" y="49221"/>
                </a:cubicBezTo>
                <a:cubicBezTo>
                  <a:pt x="22601" y="48957"/>
                  <a:pt x="21118" y="50209"/>
                  <a:pt x="21118" y="51857"/>
                </a:cubicBezTo>
                <a:lnTo>
                  <a:pt x="21085" y="65892"/>
                </a:lnTo>
                <a:cubicBezTo>
                  <a:pt x="21085" y="67341"/>
                  <a:pt x="22271" y="68560"/>
                  <a:pt x="23721" y="68363"/>
                </a:cubicBezTo>
                <a:cubicBezTo>
                  <a:pt x="32023" y="67341"/>
                  <a:pt x="38843" y="61477"/>
                  <a:pt x="41248" y="53669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3" name="Text 61"/>
          <p:cNvSpPr/>
          <p:nvPr/>
        </p:nvSpPr>
        <p:spPr>
          <a:xfrm>
            <a:off x="768443" y="4689040"/>
            <a:ext cx="1094562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融资计划（总投资50万元）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62275" y="5101393"/>
            <a:ext cx="2652065" cy="1574370"/>
          </a:xfrm>
          <a:custGeom>
            <a:avLst/>
            <a:gdLst/>
            <a:ahLst/>
            <a:cxnLst/>
            <a:rect l="l" t="t" r="r" b="b"/>
            <a:pathLst>
              <a:path w="2652065" h="1574370">
                <a:moveTo>
                  <a:pt x="74972" y="0"/>
                </a:moveTo>
                <a:lnTo>
                  <a:pt x="2577093" y="0"/>
                </a:lnTo>
                <a:cubicBezTo>
                  <a:pt x="2618499" y="0"/>
                  <a:pt x="2652065" y="33566"/>
                  <a:pt x="2652065" y="74972"/>
                </a:cubicBezTo>
                <a:lnTo>
                  <a:pt x="2652065" y="1499399"/>
                </a:lnTo>
                <a:cubicBezTo>
                  <a:pt x="2652065" y="1540805"/>
                  <a:pt x="2618499" y="1574370"/>
                  <a:pt x="2577093" y="1574370"/>
                </a:cubicBezTo>
                <a:lnTo>
                  <a:pt x="74972" y="1574370"/>
                </a:lnTo>
                <a:cubicBezTo>
                  <a:pt x="33566" y="1574370"/>
                  <a:pt x="0" y="1540805"/>
                  <a:pt x="0" y="149939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1664943" y="5251315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6" name="Shape 64"/>
          <p:cNvSpPr/>
          <p:nvPr/>
        </p:nvSpPr>
        <p:spPr>
          <a:xfrm>
            <a:off x="1796075" y="5382449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87380" y="1867"/>
                </a:moveTo>
                <a:cubicBezTo>
                  <a:pt x="91223" y="-622"/>
                  <a:pt x="96202" y="-622"/>
                  <a:pt x="100045" y="1867"/>
                </a:cubicBezTo>
                <a:lnTo>
                  <a:pt x="182044" y="54580"/>
                </a:lnTo>
                <a:cubicBezTo>
                  <a:pt x="186400" y="57399"/>
                  <a:pt x="188413" y="62743"/>
                  <a:pt x="186949" y="67722"/>
                </a:cubicBezTo>
                <a:cubicBezTo>
                  <a:pt x="185485" y="72700"/>
                  <a:pt x="180909" y="76141"/>
                  <a:pt x="175711" y="76141"/>
                </a:cubicBezTo>
                <a:lnTo>
                  <a:pt x="163997" y="76141"/>
                </a:lnTo>
                <a:lnTo>
                  <a:pt x="163997" y="152283"/>
                </a:lnTo>
                <a:lnTo>
                  <a:pt x="182739" y="166340"/>
                </a:lnTo>
                <a:cubicBezTo>
                  <a:pt x="185705" y="168536"/>
                  <a:pt x="187425" y="172014"/>
                  <a:pt x="187425" y="175711"/>
                </a:cubicBezTo>
                <a:cubicBezTo>
                  <a:pt x="187425" y="182190"/>
                  <a:pt x="182190" y="187425"/>
                  <a:pt x="175711" y="187425"/>
                </a:cubicBezTo>
                <a:lnTo>
                  <a:pt x="11714" y="187425"/>
                </a:lnTo>
                <a:cubicBezTo>
                  <a:pt x="5235" y="187425"/>
                  <a:pt x="0" y="182190"/>
                  <a:pt x="0" y="175711"/>
                </a:cubicBezTo>
                <a:cubicBezTo>
                  <a:pt x="0" y="172014"/>
                  <a:pt x="1721" y="168536"/>
                  <a:pt x="4686" y="166340"/>
                </a:cubicBezTo>
                <a:lnTo>
                  <a:pt x="23428" y="152283"/>
                </a:lnTo>
                <a:lnTo>
                  <a:pt x="23428" y="152283"/>
                </a:lnTo>
                <a:lnTo>
                  <a:pt x="23428" y="76141"/>
                </a:lnTo>
                <a:lnTo>
                  <a:pt x="11714" y="76141"/>
                </a:lnTo>
                <a:cubicBezTo>
                  <a:pt x="6516" y="76141"/>
                  <a:pt x="1940" y="72700"/>
                  <a:pt x="476" y="67722"/>
                </a:cubicBezTo>
                <a:cubicBezTo>
                  <a:pt x="-988" y="62743"/>
                  <a:pt x="1025" y="57362"/>
                  <a:pt x="5381" y="54580"/>
                </a:cubicBezTo>
                <a:lnTo>
                  <a:pt x="87380" y="1867"/>
                </a:lnTo>
                <a:close/>
                <a:moveTo>
                  <a:pt x="122998" y="76141"/>
                </a:moveTo>
                <a:lnTo>
                  <a:pt x="122998" y="152283"/>
                </a:lnTo>
                <a:lnTo>
                  <a:pt x="146426" y="152283"/>
                </a:lnTo>
                <a:lnTo>
                  <a:pt x="146426" y="76141"/>
                </a:lnTo>
                <a:lnTo>
                  <a:pt x="122998" y="76141"/>
                </a:lnTo>
                <a:close/>
                <a:moveTo>
                  <a:pt x="81998" y="152283"/>
                </a:moveTo>
                <a:lnTo>
                  <a:pt x="105427" y="152283"/>
                </a:lnTo>
                <a:lnTo>
                  <a:pt x="105427" y="76141"/>
                </a:lnTo>
                <a:lnTo>
                  <a:pt x="81998" y="76141"/>
                </a:lnTo>
                <a:lnTo>
                  <a:pt x="81998" y="152283"/>
                </a:lnTo>
                <a:close/>
                <a:moveTo>
                  <a:pt x="40999" y="76141"/>
                </a:moveTo>
                <a:lnTo>
                  <a:pt x="40999" y="152283"/>
                </a:lnTo>
                <a:lnTo>
                  <a:pt x="64427" y="152283"/>
                </a:lnTo>
                <a:lnTo>
                  <a:pt x="64427" y="76141"/>
                </a:lnTo>
                <a:lnTo>
                  <a:pt x="40999" y="7614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674714" y="5776014"/>
            <a:ext cx="2427154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政府扶持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5971" y="6038272"/>
            <a:ext cx="246464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15万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84085" y="6375545"/>
            <a:ext cx="2408412" cy="149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农业科技扶持资金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367387" y="5101393"/>
            <a:ext cx="2652065" cy="1574370"/>
          </a:xfrm>
          <a:custGeom>
            <a:avLst/>
            <a:gdLst/>
            <a:ahLst/>
            <a:cxnLst/>
            <a:rect l="l" t="t" r="r" b="b"/>
            <a:pathLst>
              <a:path w="2652065" h="1574370">
                <a:moveTo>
                  <a:pt x="74972" y="0"/>
                </a:moveTo>
                <a:lnTo>
                  <a:pt x="2577093" y="0"/>
                </a:lnTo>
                <a:cubicBezTo>
                  <a:pt x="2618499" y="0"/>
                  <a:pt x="2652065" y="33566"/>
                  <a:pt x="2652065" y="74972"/>
                </a:cubicBezTo>
                <a:lnTo>
                  <a:pt x="2652065" y="1499399"/>
                </a:lnTo>
                <a:cubicBezTo>
                  <a:pt x="2652065" y="1540805"/>
                  <a:pt x="2618499" y="1574370"/>
                  <a:pt x="2577093" y="1574370"/>
                </a:cubicBezTo>
                <a:lnTo>
                  <a:pt x="74972" y="1574370"/>
                </a:lnTo>
                <a:cubicBezTo>
                  <a:pt x="33566" y="1574370"/>
                  <a:pt x="0" y="1540805"/>
                  <a:pt x="0" y="149939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4470055" y="5251315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72" name="Shape 70"/>
          <p:cNvSpPr/>
          <p:nvPr/>
        </p:nvSpPr>
        <p:spPr>
          <a:xfrm>
            <a:off x="4589474" y="5382449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105427" y="-5857"/>
                </a:moveTo>
                <a:cubicBezTo>
                  <a:pt x="100558" y="-5857"/>
                  <a:pt x="96641" y="-1940"/>
                  <a:pt x="96641" y="2929"/>
                </a:cubicBezTo>
                <a:lnTo>
                  <a:pt x="96641" y="7321"/>
                </a:lnTo>
                <a:lnTo>
                  <a:pt x="95982" y="7321"/>
                </a:lnTo>
                <a:cubicBezTo>
                  <a:pt x="82584" y="7321"/>
                  <a:pt x="71749" y="18193"/>
                  <a:pt x="71749" y="31555"/>
                </a:cubicBezTo>
                <a:cubicBezTo>
                  <a:pt x="71749" y="43781"/>
                  <a:pt x="80864" y="54104"/>
                  <a:pt x="92980" y="55605"/>
                </a:cubicBezTo>
                <a:lnTo>
                  <a:pt x="115310" y="58387"/>
                </a:lnTo>
                <a:cubicBezTo>
                  <a:pt x="117177" y="58607"/>
                  <a:pt x="118605" y="60218"/>
                  <a:pt x="118605" y="62121"/>
                </a:cubicBezTo>
                <a:cubicBezTo>
                  <a:pt x="118605" y="64208"/>
                  <a:pt x="116921" y="65855"/>
                  <a:pt x="114871" y="65855"/>
                </a:cubicBezTo>
                <a:lnTo>
                  <a:pt x="87855" y="65892"/>
                </a:lnTo>
                <a:cubicBezTo>
                  <a:pt x="82181" y="65892"/>
                  <a:pt x="77606" y="70467"/>
                  <a:pt x="77606" y="76141"/>
                </a:cubicBezTo>
                <a:cubicBezTo>
                  <a:pt x="77606" y="81815"/>
                  <a:pt x="82181" y="86391"/>
                  <a:pt x="87855" y="86391"/>
                </a:cubicBezTo>
                <a:lnTo>
                  <a:pt x="96641" y="86391"/>
                </a:lnTo>
                <a:lnTo>
                  <a:pt x="96641" y="90784"/>
                </a:lnTo>
                <a:cubicBezTo>
                  <a:pt x="96641" y="95653"/>
                  <a:pt x="100558" y="99570"/>
                  <a:pt x="105427" y="99570"/>
                </a:cubicBezTo>
                <a:cubicBezTo>
                  <a:pt x="110295" y="99570"/>
                  <a:pt x="114212" y="95653"/>
                  <a:pt x="114212" y="90784"/>
                </a:cubicBezTo>
                <a:lnTo>
                  <a:pt x="114212" y="86391"/>
                </a:lnTo>
                <a:lnTo>
                  <a:pt x="114871" y="86391"/>
                </a:lnTo>
                <a:cubicBezTo>
                  <a:pt x="128269" y="86391"/>
                  <a:pt x="139105" y="75519"/>
                  <a:pt x="139105" y="62158"/>
                </a:cubicBezTo>
                <a:cubicBezTo>
                  <a:pt x="139105" y="49931"/>
                  <a:pt x="129990" y="39608"/>
                  <a:pt x="117873" y="38107"/>
                </a:cubicBezTo>
                <a:lnTo>
                  <a:pt x="95543" y="35325"/>
                </a:lnTo>
                <a:cubicBezTo>
                  <a:pt x="93676" y="35106"/>
                  <a:pt x="92248" y="33495"/>
                  <a:pt x="92248" y="31591"/>
                </a:cubicBezTo>
                <a:cubicBezTo>
                  <a:pt x="92248" y="29505"/>
                  <a:pt x="93932" y="27858"/>
                  <a:pt x="95982" y="27858"/>
                </a:cubicBezTo>
                <a:lnTo>
                  <a:pt x="120069" y="27821"/>
                </a:lnTo>
                <a:cubicBezTo>
                  <a:pt x="125743" y="27821"/>
                  <a:pt x="130319" y="23245"/>
                  <a:pt x="130319" y="17571"/>
                </a:cubicBezTo>
                <a:cubicBezTo>
                  <a:pt x="130319" y="11897"/>
                  <a:pt x="125743" y="7321"/>
                  <a:pt x="120069" y="7321"/>
                </a:cubicBezTo>
                <a:lnTo>
                  <a:pt x="114212" y="7321"/>
                </a:lnTo>
                <a:lnTo>
                  <a:pt x="114212" y="2929"/>
                </a:lnTo>
                <a:cubicBezTo>
                  <a:pt x="114212" y="-1940"/>
                  <a:pt x="110295" y="-5857"/>
                  <a:pt x="105427" y="-5857"/>
                </a:cubicBezTo>
                <a:close/>
                <a:moveTo>
                  <a:pt x="40011" y="125011"/>
                </a:moveTo>
                <a:lnTo>
                  <a:pt x="24417" y="140569"/>
                </a:lnTo>
                <a:lnTo>
                  <a:pt x="11714" y="140569"/>
                </a:lnTo>
                <a:cubicBezTo>
                  <a:pt x="5235" y="140569"/>
                  <a:pt x="0" y="145804"/>
                  <a:pt x="0" y="152283"/>
                </a:cubicBezTo>
                <a:lnTo>
                  <a:pt x="0" y="175711"/>
                </a:lnTo>
                <a:cubicBezTo>
                  <a:pt x="0" y="182190"/>
                  <a:pt x="5235" y="187425"/>
                  <a:pt x="11714" y="187425"/>
                </a:cubicBezTo>
                <a:lnTo>
                  <a:pt x="129038" y="187425"/>
                </a:lnTo>
                <a:cubicBezTo>
                  <a:pt x="139654" y="187425"/>
                  <a:pt x="150013" y="184021"/>
                  <a:pt x="158579" y="177724"/>
                </a:cubicBezTo>
                <a:lnTo>
                  <a:pt x="204923" y="143571"/>
                </a:lnTo>
                <a:cubicBezTo>
                  <a:pt x="211439" y="138775"/>
                  <a:pt x="212830" y="129623"/>
                  <a:pt x="208034" y="123108"/>
                </a:cubicBezTo>
                <a:cubicBezTo>
                  <a:pt x="203239" y="116592"/>
                  <a:pt x="194087" y="115201"/>
                  <a:pt x="187571" y="119996"/>
                </a:cubicBezTo>
                <a:lnTo>
                  <a:pt x="143717" y="152283"/>
                </a:lnTo>
                <a:lnTo>
                  <a:pt x="102498" y="152283"/>
                </a:lnTo>
                <a:cubicBezTo>
                  <a:pt x="97629" y="152283"/>
                  <a:pt x="93713" y="148366"/>
                  <a:pt x="93713" y="143497"/>
                </a:cubicBezTo>
                <a:cubicBezTo>
                  <a:pt x="93713" y="138629"/>
                  <a:pt x="97629" y="134712"/>
                  <a:pt x="102498" y="134712"/>
                </a:cubicBezTo>
                <a:lnTo>
                  <a:pt x="128855" y="134712"/>
                </a:lnTo>
                <a:cubicBezTo>
                  <a:pt x="135334" y="134712"/>
                  <a:pt x="140569" y="129477"/>
                  <a:pt x="140569" y="122998"/>
                </a:cubicBezTo>
                <a:cubicBezTo>
                  <a:pt x="140569" y="116518"/>
                  <a:pt x="135334" y="111284"/>
                  <a:pt x="128855" y="111284"/>
                </a:cubicBezTo>
                <a:lnTo>
                  <a:pt x="73140" y="111284"/>
                </a:lnTo>
                <a:cubicBezTo>
                  <a:pt x="60730" y="111284"/>
                  <a:pt x="48796" y="116225"/>
                  <a:pt x="40011" y="12501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3479826" y="5776014"/>
            <a:ext cx="2427154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天使投资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461084" y="6038272"/>
            <a:ext cx="246464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5C6B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20万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489197" y="6375545"/>
            <a:ext cx="2408412" cy="149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农业领域投资机构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72499" y="5101393"/>
            <a:ext cx="2652065" cy="1574370"/>
          </a:xfrm>
          <a:custGeom>
            <a:avLst/>
            <a:gdLst/>
            <a:ahLst/>
            <a:cxnLst/>
            <a:rect l="l" t="t" r="r" b="b"/>
            <a:pathLst>
              <a:path w="2652065" h="1574370">
                <a:moveTo>
                  <a:pt x="74972" y="0"/>
                </a:moveTo>
                <a:lnTo>
                  <a:pt x="2577093" y="0"/>
                </a:lnTo>
                <a:cubicBezTo>
                  <a:pt x="2618499" y="0"/>
                  <a:pt x="2652065" y="33566"/>
                  <a:pt x="2652065" y="74972"/>
                </a:cubicBezTo>
                <a:lnTo>
                  <a:pt x="2652065" y="1499399"/>
                </a:lnTo>
                <a:cubicBezTo>
                  <a:pt x="2652065" y="1540805"/>
                  <a:pt x="2618499" y="1574370"/>
                  <a:pt x="2577093" y="1574370"/>
                </a:cubicBezTo>
                <a:lnTo>
                  <a:pt x="74972" y="1574370"/>
                </a:lnTo>
                <a:cubicBezTo>
                  <a:pt x="33566" y="1574370"/>
                  <a:pt x="0" y="1540805"/>
                  <a:pt x="0" y="149939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7275168" y="5251315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78" name="Shape 76"/>
          <p:cNvSpPr/>
          <p:nvPr/>
        </p:nvSpPr>
        <p:spPr>
          <a:xfrm>
            <a:off x="7394586" y="5382449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98435" y="31189"/>
                </a:moveTo>
                <a:lnTo>
                  <a:pt x="55752" y="78631"/>
                </a:lnTo>
                <a:cubicBezTo>
                  <a:pt x="54068" y="80498"/>
                  <a:pt x="54141" y="83390"/>
                  <a:pt x="55935" y="85183"/>
                </a:cubicBezTo>
                <a:cubicBezTo>
                  <a:pt x="67100" y="96348"/>
                  <a:pt x="85220" y="96348"/>
                  <a:pt x="96385" y="85183"/>
                </a:cubicBezTo>
                <a:lnTo>
                  <a:pt x="108026" y="73542"/>
                </a:lnTo>
                <a:cubicBezTo>
                  <a:pt x="109563" y="72005"/>
                  <a:pt x="111503" y="71163"/>
                  <a:pt x="113480" y="71017"/>
                </a:cubicBezTo>
                <a:cubicBezTo>
                  <a:pt x="115969" y="70797"/>
                  <a:pt x="118532" y="71639"/>
                  <a:pt x="120435" y="73542"/>
                </a:cubicBezTo>
                <a:lnTo>
                  <a:pt x="185082" y="137640"/>
                </a:lnTo>
                <a:lnTo>
                  <a:pt x="210853" y="117141"/>
                </a:lnTo>
                <a:lnTo>
                  <a:pt x="210853" y="11714"/>
                </a:lnTo>
                <a:lnTo>
                  <a:pt x="169854" y="35142"/>
                </a:lnTo>
                <a:lnTo>
                  <a:pt x="161142" y="29322"/>
                </a:lnTo>
                <a:cubicBezTo>
                  <a:pt x="155358" y="25478"/>
                  <a:pt x="148586" y="23428"/>
                  <a:pt x="141630" y="23428"/>
                </a:cubicBezTo>
                <a:lnTo>
                  <a:pt x="115859" y="23428"/>
                </a:lnTo>
                <a:cubicBezTo>
                  <a:pt x="115457" y="23428"/>
                  <a:pt x="115017" y="23428"/>
                  <a:pt x="114615" y="23465"/>
                </a:cubicBezTo>
                <a:cubicBezTo>
                  <a:pt x="108428" y="23794"/>
                  <a:pt x="102608" y="26576"/>
                  <a:pt x="98435" y="31189"/>
                </a:cubicBezTo>
                <a:close/>
                <a:moveTo>
                  <a:pt x="42683" y="66880"/>
                </a:moveTo>
                <a:lnTo>
                  <a:pt x="81779" y="23428"/>
                </a:lnTo>
                <a:lnTo>
                  <a:pt x="67283" y="23428"/>
                </a:lnTo>
                <a:cubicBezTo>
                  <a:pt x="57948" y="23428"/>
                  <a:pt x="49016" y="27125"/>
                  <a:pt x="42427" y="33715"/>
                </a:cubicBezTo>
                <a:lnTo>
                  <a:pt x="40999" y="35142"/>
                </a:lnTo>
                <a:lnTo>
                  <a:pt x="0" y="11714"/>
                </a:lnTo>
                <a:lnTo>
                  <a:pt x="0" y="117141"/>
                </a:lnTo>
                <a:lnTo>
                  <a:pt x="57252" y="164839"/>
                </a:lnTo>
                <a:cubicBezTo>
                  <a:pt x="65672" y="171867"/>
                  <a:pt x="76288" y="175711"/>
                  <a:pt x="87233" y="175711"/>
                </a:cubicBezTo>
                <a:lnTo>
                  <a:pt x="92980" y="175711"/>
                </a:lnTo>
                <a:lnTo>
                  <a:pt x="90418" y="173149"/>
                </a:lnTo>
                <a:cubicBezTo>
                  <a:pt x="86977" y="169708"/>
                  <a:pt x="86977" y="164143"/>
                  <a:pt x="90418" y="160739"/>
                </a:cubicBezTo>
                <a:cubicBezTo>
                  <a:pt x="93859" y="157335"/>
                  <a:pt x="99423" y="157298"/>
                  <a:pt x="102828" y="160739"/>
                </a:cubicBezTo>
                <a:lnTo>
                  <a:pt x="117836" y="175748"/>
                </a:lnTo>
                <a:lnTo>
                  <a:pt x="121131" y="175748"/>
                </a:lnTo>
                <a:cubicBezTo>
                  <a:pt x="128123" y="175748"/>
                  <a:pt x="134968" y="174174"/>
                  <a:pt x="141191" y="171245"/>
                </a:cubicBezTo>
                <a:lnTo>
                  <a:pt x="131417" y="161434"/>
                </a:lnTo>
                <a:cubicBezTo>
                  <a:pt x="127976" y="157993"/>
                  <a:pt x="127976" y="152429"/>
                  <a:pt x="131417" y="149025"/>
                </a:cubicBezTo>
                <a:cubicBezTo>
                  <a:pt x="134858" y="145620"/>
                  <a:pt x="140422" y="145584"/>
                  <a:pt x="143827" y="149025"/>
                </a:cubicBezTo>
                <a:lnTo>
                  <a:pt x="155541" y="160739"/>
                </a:lnTo>
                <a:lnTo>
                  <a:pt x="161947" y="154333"/>
                </a:lnTo>
                <a:cubicBezTo>
                  <a:pt x="165205" y="151075"/>
                  <a:pt x="166157" y="146353"/>
                  <a:pt x="164729" y="142216"/>
                </a:cubicBezTo>
                <a:lnTo>
                  <a:pt x="114249" y="92138"/>
                </a:lnTo>
                <a:lnTo>
                  <a:pt x="108794" y="97593"/>
                </a:lnTo>
                <a:cubicBezTo>
                  <a:pt x="90747" y="115640"/>
                  <a:pt x="61535" y="115640"/>
                  <a:pt x="43488" y="97593"/>
                </a:cubicBezTo>
                <a:cubicBezTo>
                  <a:pt x="35069" y="89173"/>
                  <a:pt x="34740" y="75666"/>
                  <a:pt x="42683" y="6684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9" name="Text 77"/>
          <p:cNvSpPr/>
          <p:nvPr/>
        </p:nvSpPr>
        <p:spPr>
          <a:xfrm>
            <a:off x="6284939" y="5776014"/>
            <a:ext cx="2427154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政企合作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66196" y="6038272"/>
            <a:ext cx="246464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FFA7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10万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294310" y="6375545"/>
            <a:ext cx="2408412" cy="149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技术推广中心合作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977612" y="5101393"/>
            <a:ext cx="2652065" cy="1574370"/>
          </a:xfrm>
          <a:custGeom>
            <a:avLst/>
            <a:gdLst/>
            <a:ahLst/>
            <a:cxnLst/>
            <a:rect l="l" t="t" r="r" b="b"/>
            <a:pathLst>
              <a:path w="2652065" h="1574370">
                <a:moveTo>
                  <a:pt x="74972" y="0"/>
                </a:moveTo>
                <a:lnTo>
                  <a:pt x="2577093" y="0"/>
                </a:lnTo>
                <a:cubicBezTo>
                  <a:pt x="2618499" y="0"/>
                  <a:pt x="2652065" y="33566"/>
                  <a:pt x="2652065" y="74972"/>
                </a:cubicBezTo>
                <a:lnTo>
                  <a:pt x="2652065" y="1499399"/>
                </a:lnTo>
                <a:cubicBezTo>
                  <a:pt x="2652065" y="1540805"/>
                  <a:pt x="2618499" y="1574370"/>
                  <a:pt x="2577093" y="1574370"/>
                </a:cubicBezTo>
                <a:lnTo>
                  <a:pt x="74972" y="1574370"/>
                </a:lnTo>
                <a:cubicBezTo>
                  <a:pt x="33566" y="1574370"/>
                  <a:pt x="0" y="1540805"/>
                  <a:pt x="0" y="149939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10080280" y="5251315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84" name="Shape 82"/>
          <p:cNvSpPr/>
          <p:nvPr/>
        </p:nvSpPr>
        <p:spPr>
          <a:xfrm>
            <a:off x="10199698" y="5382449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105427" y="-11714"/>
                </a:moveTo>
                <a:cubicBezTo>
                  <a:pt x="124822" y="-11714"/>
                  <a:pt x="140569" y="4033"/>
                  <a:pt x="140569" y="23428"/>
                </a:cubicBezTo>
                <a:cubicBezTo>
                  <a:pt x="140569" y="42824"/>
                  <a:pt x="124822" y="58570"/>
                  <a:pt x="105427" y="58570"/>
                </a:cubicBezTo>
                <a:cubicBezTo>
                  <a:pt x="86031" y="58570"/>
                  <a:pt x="70284" y="42824"/>
                  <a:pt x="70284" y="23428"/>
                </a:cubicBezTo>
                <a:cubicBezTo>
                  <a:pt x="70284" y="4033"/>
                  <a:pt x="86031" y="-11714"/>
                  <a:pt x="105427" y="-11714"/>
                </a:cubicBezTo>
                <a:close/>
                <a:moveTo>
                  <a:pt x="17571" y="111284"/>
                </a:moveTo>
                <a:cubicBezTo>
                  <a:pt x="17571" y="85623"/>
                  <a:pt x="34776" y="63183"/>
                  <a:pt x="60437" y="50920"/>
                </a:cubicBezTo>
                <a:cubicBezTo>
                  <a:pt x="69699" y="66038"/>
                  <a:pt x="86391" y="76141"/>
                  <a:pt x="105427" y="76141"/>
                </a:cubicBezTo>
                <a:cubicBezTo>
                  <a:pt x="125816" y="76141"/>
                  <a:pt x="143534" y="64537"/>
                  <a:pt x="152283" y="47588"/>
                </a:cubicBezTo>
                <a:cubicBezTo>
                  <a:pt x="158067" y="43452"/>
                  <a:pt x="165132" y="40999"/>
                  <a:pt x="172782" y="40999"/>
                </a:cubicBezTo>
                <a:lnTo>
                  <a:pt x="179921" y="40999"/>
                </a:lnTo>
                <a:cubicBezTo>
                  <a:pt x="183728" y="40999"/>
                  <a:pt x="186510" y="44587"/>
                  <a:pt x="185595" y="48284"/>
                </a:cubicBezTo>
                <a:lnTo>
                  <a:pt x="179335" y="73286"/>
                </a:lnTo>
                <a:cubicBezTo>
                  <a:pt x="182959" y="77825"/>
                  <a:pt x="185997" y="82694"/>
                  <a:pt x="188267" y="87855"/>
                </a:cubicBezTo>
                <a:lnTo>
                  <a:pt x="196211" y="87855"/>
                </a:lnTo>
                <a:cubicBezTo>
                  <a:pt x="201079" y="87855"/>
                  <a:pt x="204996" y="91772"/>
                  <a:pt x="204996" y="96641"/>
                </a:cubicBezTo>
                <a:lnTo>
                  <a:pt x="204996" y="137640"/>
                </a:lnTo>
                <a:cubicBezTo>
                  <a:pt x="204996" y="142509"/>
                  <a:pt x="201079" y="146426"/>
                  <a:pt x="196211" y="146426"/>
                </a:cubicBezTo>
                <a:lnTo>
                  <a:pt x="181568" y="146426"/>
                </a:lnTo>
                <a:cubicBezTo>
                  <a:pt x="175528" y="154479"/>
                  <a:pt x="167475" y="160922"/>
                  <a:pt x="158140" y="164985"/>
                </a:cubicBezTo>
                <a:lnTo>
                  <a:pt x="158140" y="175711"/>
                </a:lnTo>
                <a:cubicBezTo>
                  <a:pt x="158140" y="182190"/>
                  <a:pt x="152905" y="187425"/>
                  <a:pt x="146426" y="187425"/>
                </a:cubicBezTo>
                <a:lnTo>
                  <a:pt x="134346" y="187425"/>
                </a:lnTo>
                <a:cubicBezTo>
                  <a:pt x="129111" y="187425"/>
                  <a:pt x="124535" y="183947"/>
                  <a:pt x="123071" y="178932"/>
                </a:cubicBezTo>
                <a:lnTo>
                  <a:pt x="120472" y="169854"/>
                </a:lnTo>
                <a:lnTo>
                  <a:pt x="90345" y="169854"/>
                </a:lnTo>
                <a:lnTo>
                  <a:pt x="87746" y="178932"/>
                </a:lnTo>
                <a:cubicBezTo>
                  <a:pt x="86318" y="183947"/>
                  <a:pt x="81742" y="187425"/>
                  <a:pt x="76507" y="187425"/>
                </a:cubicBezTo>
                <a:lnTo>
                  <a:pt x="64427" y="187425"/>
                </a:lnTo>
                <a:cubicBezTo>
                  <a:pt x="57948" y="187425"/>
                  <a:pt x="52713" y="182190"/>
                  <a:pt x="52713" y="175711"/>
                </a:cubicBezTo>
                <a:lnTo>
                  <a:pt x="52713" y="164985"/>
                </a:lnTo>
                <a:cubicBezTo>
                  <a:pt x="32031" y="155944"/>
                  <a:pt x="17571" y="135297"/>
                  <a:pt x="17571" y="111284"/>
                </a:cubicBezTo>
                <a:close/>
                <a:moveTo>
                  <a:pt x="155211" y="117141"/>
                </a:moveTo>
                <a:cubicBezTo>
                  <a:pt x="160060" y="117141"/>
                  <a:pt x="163997" y="113204"/>
                  <a:pt x="163997" y="108355"/>
                </a:cubicBezTo>
                <a:cubicBezTo>
                  <a:pt x="163997" y="103506"/>
                  <a:pt x="160060" y="99570"/>
                  <a:pt x="155211" y="99570"/>
                </a:cubicBezTo>
                <a:cubicBezTo>
                  <a:pt x="150362" y="99570"/>
                  <a:pt x="146426" y="103506"/>
                  <a:pt x="146426" y="108355"/>
                </a:cubicBezTo>
                <a:cubicBezTo>
                  <a:pt x="146426" y="113204"/>
                  <a:pt x="150362" y="117141"/>
                  <a:pt x="155211" y="11714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5" name="Text 83"/>
          <p:cNvSpPr/>
          <p:nvPr/>
        </p:nvSpPr>
        <p:spPr>
          <a:xfrm>
            <a:off x="9090051" y="5776014"/>
            <a:ext cx="2427154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自有资金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071308" y="6038272"/>
            <a:ext cx="246464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0" b="1" dirty="0">
                <a:solidFill>
                  <a:srgbClr val="2E7D3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5万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099422" y="6375545"/>
            <a:ext cx="2408412" cy="149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团队启动资金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43d4ea83b4c9b4b161f42ce8bac1ff76ca09a221.jpg"/>
          <p:cNvPicPr>
            <a:picLocks noChangeAspect="1"/>
          </p:cNvPicPr>
          <p:nvPr/>
        </p:nvPicPr>
        <p:blipFill>
          <a:blip r:embed="rId1"/>
          <a:srcRect t="13856" b="13856"/>
          <a:stretch>
            <a:fillRect/>
          </a:stretch>
        </p:blipFill>
        <p:spPr>
          <a:xfrm>
            <a:off x="0" y="0"/>
            <a:ext cx="12192000" cy="685859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92"/>
          </a:xfrm>
          <a:custGeom>
            <a:avLst/>
            <a:gdLst/>
            <a:ahLst/>
            <a:cxn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E7D32">
                  <a:alpha val="95000"/>
                </a:srgbClr>
              </a:gs>
              <a:gs pos="50000">
                <a:srgbClr val="2E7D32">
                  <a:alpha val="85000"/>
                </a:srgbClr>
              </a:gs>
              <a:gs pos="100000">
                <a:srgbClr val="1B5E20">
                  <a:alpha val="7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490176" y="-16282"/>
            <a:ext cx="1212569" cy="1212569"/>
          </a:xfrm>
          <a:custGeom>
            <a:avLst/>
            <a:gdLst/>
            <a:ahLst/>
            <a:cxnLst/>
            <a:rect l="l" t="t" r="r" b="b"/>
            <a:pathLst>
              <a:path w="1212569" h="1212569">
                <a:moveTo>
                  <a:pt x="606284" y="0"/>
                </a:moveTo>
                <a:lnTo>
                  <a:pt x="606284" y="0"/>
                </a:lnTo>
                <a:cubicBezTo>
                  <a:pt x="941126" y="0"/>
                  <a:pt x="1212569" y="271443"/>
                  <a:pt x="1212569" y="606284"/>
                </a:cubicBezTo>
                <a:lnTo>
                  <a:pt x="1212569" y="606284"/>
                </a:lnTo>
                <a:cubicBezTo>
                  <a:pt x="1212569" y="941126"/>
                  <a:pt x="941126" y="1212569"/>
                  <a:pt x="606284" y="1212569"/>
                </a:cubicBezTo>
                <a:lnTo>
                  <a:pt x="606284" y="1212569"/>
                </a:lnTo>
                <a:cubicBezTo>
                  <a:pt x="271443" y="1212569"/>
                  <a:pt x="0" y="941126"/>
                  <a:pt x="0" y="606284"/>
                </a:cubicBezTo>
                <a:lnTo>
                  <a:pt x="0" y="606284"/>
                </a:lnTo>
                <a:cubicBezTo>
                  <a:pt x="0" y="271443"/>
                  <a:pt x="271443" y="0"/>
                  <a:pt x="6062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812199" y="305742"/>
            <a:ext cx="568392" cy="568392"/>
          </a:xfrm>
          <a:custGeom>
            <a:avLst/>
            <a:gdLst/>
            <a:ahLst/>
            <a:cxnLst/>
            <a:rect l="l" t="t" r="r" b="b"/>
            <a:pathLst>
              <a:path w="568392" h="568392">
                <a:moveTo>
                  <a:pt x="568392" y="35524"/>
                </a:moveTo>
                <a:cubicBezTo>
                  <a:pt x="568392" y="155531"/>
                  <a:pt x="483355" y="255665"/>
                  <a:pt x="370343" y="279089"/>
                </a:cubicBezTo>
                <a:cubicBezTo>
                  <a:pt x="361573" y="214590"/>
                  <a:pt x="332598" y="156530"/>
                  <a:pt x="289858" y="111569"/>
                </a:cubicBezTo>
                <a:cubicBezTo>
                  <a:pt x="334374" y="44406"/>
                  <a:pt x="410641" y="0"/>
                  <a:pt x="497343" y="0"/>
                </a:cubicBezTo>
                <a:lnTo>
                  <a:pt x="532867" y="0"/>
                </a:lnTo>
                <a:cubicBezTo>
                  <a:pt x="552517" y="0"/>
                  <a:pt x="568392" y="15875"/>
                  <a:pt x="568392" y="35524"/>
                </a:cubicBezTo>
                <a:close/>
                <a:moveTo>
                  <a:pt x="0" y="106573"/>
                </a:moveTo>
                <a:cubicBezTo>
                  <a:pt x="0" y="86924"/>
                  <a:pt x="15875" y="71049"/>
                  <a:pt x="35524" y="71049"/>
                </a:cubicBezTo>
                <a:lnTo>
                  <a:pt x="71049" y="71049"/>
                </a:lnTo>
                <a:cubicBezTo>
                  <a:pt x="208373" y="71049"/>
                  <a:pt x="319720" y="182396"/>
                  <a:pt x="319720" y="319720"/>
                </a:cubicBezTo>
                <a:lnTo>
                  <a:pt x="319720" y="532867"/>
                </a:lnTo>
                <a:cubicBezTo>
                  <a:pt x="319720" y="552517"/>
                  <a:pt x="303845" y="568392"/>
                  <a:pt x="284196" y="568392"/>
                </a:cubicBezTo>
                <a:cubicBezTo>
                  <a:pt x="264546" y="568392"/>
                  <a:pt x="248671" y="552517"/>
                  <a:pt x="248671" y="532867"/>
                </a:cubicBezTo>
                <a:lnTo>
                  <a:pt x="248671" y="355245"/>
                </a:lnTo>
                <a:cubicBezTo>
                  <a:pt x="111347" y="355245"/>
                  <a:pt x="0" y="243898"/>
                  <a:pt x="0" y="10657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4078687" y="1499355"/>
            <a:ext cx="4035580" cy="682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37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90176" y="2408680"/>
            <a:ext cx="1212569" cy="56839"/>
          </a:xfrm>
          <a:custGeom>
            <a:avLst/>
            <a:gdLst/>
            <a:ahLst/>
            <a:cxnLst/>
            <a:rect l="l" t="t" r="r" b="b"/>
            <a:pathLst>
              <a:path w="1212569" h="56839">
                <a:moveTo>
                  <a:pt x="0" y="0"/>
                </a:moveTo>
                <a:lnTo>
                  <a:pt x="1212569" y="0"/>
                </a:lnTo>
                <a:lnTo>
                  <a:pt x="1212569" y="56839"/>
                </a:lnTo>
                <a:lnTo>
                  <a:pt x="0" y="56839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</p:spPr>
      </p:sp>
      <p:sp>
        <p:nvSpPr>
          <p:cNvPr id="8" name="Text 5"/>
          <p:cNvSpPr/>
          <p:nvPr/>
        </p:nvSpPr>
        <p:spPr>
          <a:xfrm>
            <a:off x="4178155" y="2768615"/>
            <a:ext cx="3836643" cy="9283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4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科技赋能农业，精准防控病害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40" dirty="0">
                <a:solidFill>
                  <a:srgbClr val="FFFFFF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让每一块马铃薯都健康生长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82396" y="4450107"/>
            <a:ext cx="1676755" cy="1780960"/>
          </a:xfrm>
          <a:custGeom>
            <a:avLst/>
            <a:gdLst/>
            <a:ahLst/>
            <a:cxnLst/>
            <a:rect l="l" t="t" r="r" b="b"/>
            <a:pathLst>
              <a:path w="1676755" h="1780960">
                <a:moveTo>
                  <a:pt x="113684" y="0"/>
                </a:moveTo>
                <a:lnTo>
                  <a:pt x="1563071" y="0"/>
                </a:lnTo>
                <a:cubicBezTo>
                  <a:pt x="1625857" y="0"/>
                  <a:pt x="1676755" y="50898"/>
                  <a:pt x="1676755" y="113684"/>
                </a:cubicBezTo>
                <a:lnTo>
                  <a:pt x="1676755" y="1667276"/>
                </a:lnTo>
                <a:cubicBezTo>
                  <a:pt x="1676755" y="1730062"/>
                  <a:pt x="1625857" y="1780960"/>
                  <a:pt x="1563071" y="1780960"/>
                </a:cubicBezTo>
                <a:lnTo>
                  <a:pt x="113684" y="1780960"/>
                </a:lnTo>
                <a:cubicBezTo>
                  <a:pt x="50898" y="1780960"/>
                  <a:pt x="0" y="1730062"/>
                  <a:pt x="0" y="1667276"/>
                </a:cubicBezTo>
                <a:lnTo>
                  <a:pt x="0" y="113684"/>
                </a:lnTo>
                <a:cubicBezTo>
                  <a:pt x="0" y="50940"/>
                  <a:pt x="50940" y="0"/>
                  <a:pt x="1136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3816250" y="4677399"/>
            <a:ext cx="606284" cy="606284"/>
          </a:xfrm>
          <a:custGeom>
            <a:avLst/>
            <a:gdLst/>
            <a:ahLst/>
            <a:cxnLst/>
            <a:rect l="l" t="t" r="r" b="b"/>
            <a:pathLst>
              <a:path w="606284" h="606284">
                <a:moveTo>
                  <a:pt x="303142" y="0"/>
                </a:moveTo>
                <a:lnTo>
                  <a:pt x="303142" y="0"/>
                </a:lnTo>
                <a:cubicBezTo>
                  <a:pt x="470563" y="0"/>
                  <a:pt x="606284" y="135721"/>
                  <a:pt x="606284" y="303142"/>
                </a:cubicBezTo>
                <a:lnTo>
                  <a:pt x="606284" y="303142"/>
                </a:lnTo>
                <a:cubicBezTo>
                  <a:pt x="606284" y="470563"/>
                  <a:pt x="470563" y="606284"/>
                  <a:pt x="303142" y="606284"/>
                </a:cubicBezTo>
                <a:lnTo>
                  <a:pt x="303142" y="606284"/>
                </a:lnTo>
                <a:cubicBezTo>
                  <a:pt x="135721" y="606284"/>
                  <a:pt x="0" y="470563"/>
                  <a:pt x="0" y="303142"/>
                </a:cubicBezTo>
                <a:lnTo>
                  <a:pt x="0" y="303142"/>
                </a:lnTo>
                <a:cubicBezTo>
                  <a:pt x="0" y="135721"/>
                  <a:pt x="135721" y="0"/>
                  <a:pt x="30314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1" name="Shape 8"/>
          <p:cNvSpPr/>
          <p:nvPr/>
        </p:nvSpPr>
        <p:spPr>
          <a:xfrm>
            <a:off x="4005681" y="4866779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98937" y="113678"/>
                </a:moveTo>
                <a:cubicBezTo>
                  <a:pt x="198937" y="66623"/>
                  <a:pt x="160734" y="28420"/>
                  <a:pt x="113678" y="28420"/>
                </a:cubicBezTo>
                <a:cubicBezTo>
                  <a:pt x="66623" y="28420"/>
                  <a:pt x="28420" y="66623"/>
                  <a:pt x="28420" y="113678"/>
                </a:cubicBezTo>
                <a:cubicBezTo>
                  <a:pt x="28420" y="160734"/>
                  <a:pt x="66623" y="198937"/>
                  <a:pt x="113678" y="198937"/>
                </a:cubicBezTo>
                <a:cubicBezTo>
                  <a:pt x="160734" y="198937"/>
                  <a:pt x="198937" y="160734"/>
                  <a:pt x="198937" y="113678"/>
                </a:cubicBezTo>
                <a:close/>
                <a:moveTo>
                  <a:pt x="0" y="113678"/>
                </a:moveTo>
                <a:cubicBezTo>
                  <a:pt x="0" y="50938"/>
                  <a:pt x="50938" y="0"/>
                  <a:pt x="113678" y="0"/>
                </a:cubicBezTo>
                <a:cubicBezTo>
                  <a:pt x="176419" y="0"/>
                  <a:pt x="227357" y="50938"/>
                  <a:pt x="227357" y="113678"/>
                </a:cubicBezTo>
                <a:cubicBezTo>
                  <a:pt x="227357" y="176419"/>
                  <a:pt x="176419" y="227357"/>
                  <a:pt x="113678" y="227357"/>
                </a:cubicBezTo>
                <a:cubicBezTo>
                  <a:pt x="50938" y="227357"/>
                  <a:pt x="0" y="176419"/>
                  <a:pt x="0" y="113678"/>
                </a:cubicBezTo>
                <a:close/>
                <a:moveTo>
                  <a:pt x="113678" y="149203"/>
                </a:moveTo>
                <a:cubicBezTo>
                  <a:pt x="133285" y="149203"/>
                  <a:pt x="149203" y="133285"/>
                  <a:pt x="149203" y="113678"/>
                </a:cubicBezTo>
                <a:cubicBezTo>
                  <a:pt x="149203" y="94072"/>
                  <a:pt x="133285" y="78154"/>
                  <a:pt x="113678" y="78154"/>
                </a:cubicBezTo>
                <a:cubicBezTo>
                  <a:pt x="94072" y="78154"/>
                  <a:pt x="78154" y="94072"/>
                  <a:pt x="78154" y="113678"/>
                </a:cubicBezTo>
                <a:cubicBezTo>
                  <a:pt x="78154" y="133285"/>
                  <a:pt x="94072" y="149203"/>
                  <a:pt x="113678" y="149203"/>
                </a:cubicBezTo>
                <a:close/>
                <a:moveTo>
                  <a:pt x="113678" y="49734"/>
                </a:moveTo>
                <a:cubicBezTo>
                  <a:pt x="148970" y="49734"/>
                  <a:pt x="177622" y="78387"/>
                  <a:pt x="177622" y="113678"/>
                </a:cubicBezTo>
                <a:cubicBezTo>
                  <a:pt x="177622" y="148970"/>
                  <a:pt x="148970" y="177622"/>
                  <a:pt x="113678" y="177622"/>
                </a:cubicBezTo>
                <a:cubicBezTo>
                  <a:pt x="78387" y="177622"/>
                  <a:pt x="49734" y="148970"/>
                  <a:pt x="49734" y="113678"/>
                </a:cubicBezTo>
                <a:cubicBezTo>
                  <a:pt x="49734" y="78387"/>
                  <a:pt x="78387" y="49734"/>
                  <a:pt x="113678" y="49734"/>
                </a:cubicBezTo>
                <a:close/>
                <a:moveTo>
                  <a:pt x="99469" y="113678"/>
                </a:moveTo>
                <a:cubicBezTo>
                  <a:pt x="99469" y="105836"/>
                  <a:pt x="105836" y="99469"/>
                  <a:pt x="113678" y="99469"/>
                </a:cubicBezTo>
                <a:cubicBezTo>
                  <a:pt x="121521" y="99469"/>
                  <a:pt x="127888" y="105836"/>
                  <a:pt x="127888" y="113678"/>
                </a:cubicBezTo>
                <a:cubicBezTo>
                  <a:pt x="127888" y="121521"/>
                  <a:pt x="121521" y="127888"/>
                  <a:pt x="113678" y="127888"/>
                </a:cubicBezTo>
                <a:cubicBezTo>
                  <a:pt x="105836" y="127888"/>
                  <a:pt x="99469" y="121521"/>
                  <a:pt x="99469" y="1136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3462321" y="5435171"/>
            <a:ext cx="1316774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精准识别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1794" y="5776104"/>
            <a:ext cx="129782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准确率≥95%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59514" y="4450107"/>
            <a:ext cx="1676755" cy="1780960"/>
          </a:xfrm>
          <a:custGeom>
            <a:avLst/>
            <a:gdLst/>
            <a:ahLst/>
            <a:cxnLst/>
            <a:rect l="l" t="t" r="r" b="b"/>
            <a:pathLst>
              <a:path w="1676755" h="1780960">
                <a:moveTo>
                  <a:pt x="113684" y="0"/>
                </a:moveTo>
                <a:lnTo>
                  <a:pt x="1563071" y="0"/>
                </a:lnTo>
                <a:cubicBezTo>
                  <a:pt x="1625857" y="0"/>
                  <a:pt x="1676755" y="50898"/>
                  <a:pt x="1676755" y="113684"/>
                </a:cubicBezTo>
                <a:lnTo>
                  <a:pt x="1676755" y="1667276"/>
                </a:lnTo>
                <a:cubicBezTo>
                  <a:pt x="1676755" y="1730062"/>
                  <a:pt x="1625857" y="1780960"/>
                  <a:pt x="1563071" y="1780960"/>
                </a:cubicBezTo>
                <a:lnTo>
                  <a:pt x="113684" y="1780960"/>
                </a:lnTo>
                <a:cubicBezTo>
                  <a:pt x="50898" y="1780960"/>
                  <a:pt x="0" y="1730062"/>
                  <a:pt x="0" y="1667276"/>
                </a:cubicBezTo>
                <a:lnTo>
                  <a:pt x="0" y="113684"/>
                </a:lnTo>
                <a:cubicBezTo>
                  <a:pt x="0" y="50940"/>
                  <a:pt x="50940" y="0"/>
                  <a:pt x="1136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5793368" y="4677399"/>
            <a:ext cx="606284" cy="606284"/>
          </a:xfrm>
          <a:custGeom>
            <a:avLst/>
            <a:gdLst/>
            <a:ahLst/>
            <a:cxnLst/>
            <a:rect l="l" t="t" r="r" b="b"/>
            <a:pathLst>
              <a:path w="606284" h="606284">
                <a:moveTo>
                  <a:pt x="303142" y="0"/>
                </a:moveTo>
                <a:lnTo>
                  <a:pt x="303142" y="0"/>
                </a:lnTo>
                <a:cubicBezTo>
                  <a:pt x="470563" y="0"/>
                  <a:pt x="606284" y="135721"/>
                  <a:pt x="606284" y="303142"/>
                </a:cubicBezTo>
                <a:lnTo>
                  <a:pt x="606284" y="303142"/>
                </a:lnTo>
                <a:cubicBezTo>
                  <a:pt x="606284" y="470563"/>
                  <a:pt x="470563" y="606284"/>
                  <a:pt x="303142" y="606284"/>
                </a:cubicBezTo>
                <a:lnTo>
                  <a:pt x="303142" y="606284"/>
                </a:lnTo>
                <a:cubicBezTo>
                  <a:pt x="135721" y="606284"/>
                  <a:pt x="0" y="470563"/>
                  <a:pt x="0" y="303142"/>
                </a:cubicBezTo>
                <a:lnTo>
                  <a:pt x="0" y="303142"/>
                </a:lnTo>
                <a:cubicBezTo>
                  <a:pt x="0" y="135721"/>
                  <a:pt x="135721" y="0"/>
                  <a:pt x="30314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16" name="Shape 13"/>
          <p:cNvSpPr/>
          <p:nvPr/>
        </p:nvSpPr>
        <p:spPr>
          <a:xfrm>
            <a:off x="5954379" y="4866779"/>
            <a:ext cx="284196" cy="227357"/>
          </a:xfrm>
          <a:custGeom>
            <a:avLst/>
            <a:gdLst/>
            <a:ahLst/>
            <a:cxnLst/>
            <a:rect l="l" t="t" r="r" b="b"/>
            <a:pathLst>
              <a:path w="284196" h="227357">
                <a:moveTo>
                  <a:pt x="142098" y="7105"/>
                </a:moveTo>
                <a:cubicBezTo>
                  <a:pt x="167586" y="7105"/>
                  <a:pt x="188280" y="27798"/>
                  <a:pt x="188280" y="53287"/>
                </a:cubicBezTo>
                <a:cubicBezTo>
                  <a:pt x="188280" y="78775"/>
                  <a:pt x="167586" y="99469"/>
                  <a:pt x="142098" y="99469"/>
                </a:cubicBezTo>
                <a:cubicBezTo>
                  <a:pt x="116609" y="99469"/>
                  <a:pt x="95916" y="78775"/>
                  <a:pt x="95916" y="53287"/>
                </a:cubicBezTo>
                <a:cubicBezTo>
                  <a:pt x="95916" y="27798"/>
                  <a:pt x="116609" y="7105"/>
                  <a:pt x="142098" y="7105"/>
                </a:cubicBezTo>
                <a:close/>
                <a:moveTo>
                  <a:pt x="42629" y="39077"/>
                </a:moveTo>
                <a:cubicBezTo>
                  <a:pt x="60275" y="39077"/>
                  <a:pt x="74601" y="53403"/>
                  <a:pt x="74601" y="71049"/>
                </a:cubicBezTo>
                <a:cubicBezTo>
                  <a:pt x="74601" y="88695"/>
                  <a:pt x="60275" y="103021"/>
                  <a:pt x="42629" y="103021"/>
                </a:cubicBezTo>
                <a:cubicBezTo>
                  <a:pt x="24984" y="103021"/>
                  <a:pt x="10657" y="88695"/>
                  <a:pt x="10657" y="71049"/>
                </a:cubicBezTo>
                <a:cubicBezTo>
                  <a:pt x="10657" y="53403"/>
                  <a:pt x="24984" y="39077"/>
                  <a:pt x="42629" y="39077"/>
                </a:cubicBezTo>
                <a:close/>
                <a:moveTo>
                  <a:pt x="0" y="184727"/>
                </a:moveTo>
                <a:cubicBezTo>
                  <a:pt x="0" y="153333"/>
                  <a:pt x="25444" y="127888"/>
                  <a:pt x="56839" y="127888"/>
                </a:cubicBezTo>
                <a:cubicBezTo>
                  <a:pt x="62523" y="127888"/>
                  <a:pt x="68029" y="128732"/>
                  <a:pt x="73225" y="130286"/>
                </a:cubicBezTo>
                <a:cubicBezTo>
                  <a:pt x="58615" y="146627"/>
                  <a:pt x="49734" y="168208"/>
                  <a:pt x="49734" y="191832"/>
                </a:cubicBezTo>
                <a:lnTo>
                  <a:pt x="49734" y="198937"/>
                </a:lnTo>
                <a:cubicBezTo>
                  <a:pt x="49734" y="203999"/>
                  <a:pt x="50800" y="208795"/>
                  <a:pt x="52709" y="213147"/>
                </a:cubicBezTo>
                <a:lnTo>
                  <a:pt x="14210" y="213147"/>
                </a:lnTo>
                <a:cubicBezTo>
                  <a:pt x="6350" y="213147"/>
                  <a:pt x="0" y="206797"/>
                  <a:pt x="0" y="198937"/>
                </a:cubicBezTo>
                <a:lnTo>
                  <a:pt x="0" y="184727"/>
                </a:lnTo>
                <a:close/>
                <a:moveTo>
                  <a:pt x="231486" y="213147"/>
                </a:moveTo>
                <a:cubicBezTo>
                  <a:pt x="233396" y="208795"/>
                  <a:pt x="234462" y="203999"/>
                  <a:pt x="234462" y="198937"/>
                </a:cubicBezTo>
                <a:lnTo>
                  <a:pt x="234462" y="191832"/>
                </a:lnTo>
                <a:cubicBezTo>
                  <a:pt x="234462" y="168208"/>
                  <a:pt x="225580" y="146627"/>
                  <a:pt x="210971" y="130286"/>
                </a:cubicBezTo>
                <a:cubicBezTo>
                  <a:pt x="216166" y="128732"/>
                  <a:pt x="221673" y="127888"/>
                  <a:pt x="227357" y="127888"/>
                </a:cubicBezTo>
                <a:cubicBezTo>
                  <a:pt x="258751" y="127888"/>
                  <a:pt x="284196" y="153333"/>
                  <a:pt x="284196" y="184727"/>
                </a:cubicBezTo>
                <a:lnTo>
                  <a:pt x="284196" y="198937"/>
                </a:lnTo>
                <a:cubicBezTo>
                  <a:pt x="284196" y="206797"/>
                  <a:pt x="277846" y="213147"/>
                  <a:pt x="269986" y="213147"/>
                </a:cubicBezTo>
                <a:lnTo>
                  <a:pt x="231486" y="213147"/>
                </a:lnTo>
                <a:close/>
                <a:moveTo>
                  <a:pt x="209594" y="71049"/>
                </a:moveTo>
                <a:cubicBezTo>
                  <a:pt x="209594" y="53403"/>
                  <a:pt x="223921" y="39077"/>
                  <a:pt x="241566" y="39077"/>
                </a:cubicBezTo>
                <a:cubicBezTo>
                  <a:pt x="259212" y="39077"/>
                  <a:pt x="273538" y="53403"/>
                  <a:pt x="273538" y="71049"/>
                </a:cubicBezTo>
                <a:cubicBezTo>
                  <a:pt x="273538" y="88695"/>
                  <a:pt x="259212" y="103021"/>
                  <a:pt x="241566" y="103021"/>
                </a:cubicBezTo>
                <a:cubicBezTo>
                  <a:pt x="223921" y="103021"/>
                  <a:pt x="209594" y="88695"/>
                  <a:pt x="209594" y="71049"/>
                </a:cubicBezTo>
                <a:close/>
                <a:moveTo>
                  <a:pt x="71049" y="191832"/>
                </a:moveTo>
                <a:cubicBezTo>
                  <a:pt x="71049" y="152578"/>
                  <a:pt x="102843" y="120783"/>
                  <a:pt x="142098" y="120783"/>
                </a:cubicBezTo>
                <a:cubicBezTo>
                  <a:pt x="181352" y="120783"/>
                  <a:pt x="213147" y="152578"/>
                  <a:pt x="213147" y="191832"/>
                </a:cubicBezTo>
                <a:lnTo>
                  <a:pt x="213147" y="198937"/>
                </a:lnTo>
                <a:cubicBezTo>
                  <a:pt x="213147" y="206797"/>
                  <a:pt x="206797" y="213147"/>
                  <a:pt x="198937" y="213147"/>
                </a:cubicBezTo>
                <a:lnTo>
                  <a:pt x="85259" y="213147"/>
                </a:lnTo>
                <a:cubicBezTo>
                  <a:pt x="77399" y="213147"/>
                  <a:pt x="71049" y="206797"/>
                  <a:pt x="71049" y="198937"/>
                </a:cubicBezTo>
                <a:lnTo>
                  <a:pt x="71049" y="19183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5439439" y="5435171"/>
            <a:ext cx="1316774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服务用户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8912" y="5776104"/>
            <a:ext cx="129782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覆盖2000+种植户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236632" y="4450107"/>
            <a:ext cx="1676755" cy="1780960"/>
          </a:xfrm>
          <a:custGeom>
            <a:avLst/>
            <a:gdLst/>
            <a:ahLst/>
            <a:cxnLst/>
            <a:rect l="l" t="t" r="r" b="b"/>
            <a:pathLst>
              <a:path w="1676755" h="1780960">
                <a:moveTo>
                  <a:pt x="113684" y="0"/>
                </a:moveTo>
                <a:lnTo>
                  <a:pt x="1563071" y="0"/>
                </a:lnTo>
                <a:cubicBezTo>
                  <a:pt x="1625857" y="0"/>
                  <a:pt x="1676755" y="50898"/>
                  <a:pt x="1676755" y="113684"/>
                </a:cubicBezTo>
                <a:lnTo>
                  <a:pt x="1676755" y="1667276"/>
                </a:lnTo>
                <a:cubicBezTo>
                  <a:pt x="1676755" y="1730062"/>
                  <a:pt x="1625857" y="1780960"/>
                  <a:pt x="1563071" y="1780960"/>
                </a:cubicBezTo>
                <a:lnTo>
                  <a:pt x="113684" y="1780960"/>
                </a:lnTo>
                <a:cubicBezTo>
                  <a:pt x="50898" y="1780960"/>
                  <a:pt x="0" y="1730062"/>
                  <a:pt x="0" y="1667276"/>
                </a:cubicBezTo>
                <a:lnTo>
                  <a:pt x="0" y="113684"/>
                </a:lnTo>
                <a:cubicBezTo>
                  <a:pt x="0" y="50940"/>
                  <a:pt x="50940" y="0"/>
                  <a:pt x="1136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770486" y="4677399"/>
            <a:ext cx="606284" cy="606284"/>
          </a:xfrm>
          <a:custGeom>
            <a:avLst/>
            <a:gdLst/>
            <a:ahLst/>
            <a:cxnLst/>
            <a:rect l="l" t="t" r="r" b="b"/>
            <a:pathLst>
              <a:path w="606284" h="606284">
                <a:moveTo>
                  <a:pt x="303142" y="0"/>
                </a:moveTo>
                <a:lnTo>
                  <a:pt x="303142" y="0"/>
                </a:lnTo>
                <a:cubicBezTo>
                  <a:pt x="470563" y="0"/>
                  <a:pt x="606284" y="135721"/>
                  <a:pt x="606284" y="303142"/>
                </a:cubicBezTo>
                <a:lnTo>
                  <a:pt x="606284" y="303142"/>
                </a:lnTo>
                <a:cubicBezTo>
                  <a:pt x="606284" y="470563"/>
                  <a:pt x="470563" y="606284"/>
                  <a:pt x="303142" y="606284"/>
                </a:cubicBezTo>
                <a:lnTo>
                  <a:pt x="303142" y="606284"/>
                </a:lnTo>
                <a:cubicBezTo>
                  <a:pt x="135721" y="606284"/>
                  <a:pt x="0" y="470563"/>
                  <a:pt x="0" y="303142"/>
                </a:cubicBezTo>
                <a:lnTo>
                  <a:pt x="0" y="303142"/>
                </a:lnTo>
                <a:cubicBezTo>
                  <a:pt x="0" y="135721"/>
                  <a:pt x="135721" y="0"/>
                  <a:pt x="303142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1" name="Shape 18"/>
          <p:cNvSpPr/>
          <p:nvPr/>
        </p:nvSpPr>
        <p:spPr>
          <a:xfrm>
            <a:off x="7959917" y="4866779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56839" y="142098"/>
                </a:moveTo>
                <a:lnTo>
                  <a:pt x="10879" y="142098"/>
                </a:lnTo>
                <a:cubicBezTo>
                  <a:pt x="-178" y="142098"/>
                  <a:pt x="-6972" y="130064"/>
                  <a:pt x="-1288" y="120561"/>
                </a:cubicBezTo>
                <a:lnTo>
                  <a:pt x="22203" y="81395"/>
                </a:lnTo>
                <a:cubicBezTo>
                  <a:pt x="26066" y="74957"/>
                  <a:pt x="32993" y="71049"/>
                  <a:pt x="40498" y="71049"/>
                </a:cubicBezTo>
                <a:lnTo>
                  <a:pt x="82683" y="71049"/>
                </a:lnTo>
                <a:cubicBezTo>
                  <a:pt x="116476" y="13810"/>
                  <a:pt x="166876" y="10924"/>
                  <a:pt x="200580" y="15853"/>
                </a:cubicBezTo>
                <a:cubicBezTo>
                  <a:pt x="206264" y="16697"/>
                  <a:pt x="210705" y="21137"/>
                  <a:pt x="211504" y="26777"/>
                </a:cubicBezTo>
                <a:cubicBezTo>
                  <a:pt x="216433" y="60480"/>
                  <a:pt x="213547" y="110881"/>
                  <a:pt x="156308" y="144673"/>
                </a:cubicBezTo>
                <a:lnTo>
                  <a:pt x="156308" y="186859"/>
                </a:lnTo>
                <a:cubicBezTo>
                  <a:pt x="156308" y="194363"/>
                  <a:pt x="152400" y="201291"/>
                  <a:pt x="145961" y="205154"/>
                </a:cubicBezTo>
                <a:lnTo>
                  <a:pt x="106795" y="228644"/>
                </a:lnTo>
                <a:cubicBezTo>
                  <a:pt x="97337" y="234328"/>
                  <a:pt x="85259" y="227490"/>
                  <a:pt x="85259" y="216477"/>
                </a:cubicBezTo>
                <a:lnTo>
                  <a:pt x="85259" y="170517"/>
                </a:lnTo>
                <a:cubicBezTo>
                  <a:pt x="85259" y="154842"/>
                  <a:pt x="72514" y="142098"/>
                  <a:pt x="56839" y="142098"/>
                </a:cubicBezTo>
                <a:lnTo>
                  <a:pt x="56795" y="142098"/>
                </a:lnTo>
                <a:close/>
                <a:moveTo>
                  <a:pt x="177622" y="71049"/>
                </a:moveTo>
                <a:cubicBezTo>
                  <a:pt x="177622" y="59285"/>
                  <a:pt x="168072" y="49734"/>
                  <a:pt x="156308" y="49734"/>
                </a:cubicBezTo>
                <a:cubicBezTo>
                  <a:pt x="144544" y="49734"/>
                  <a:pt x="134993" y="59285"/>
                  <a:pt x="134993" y="71049"/>
                </a:cubicBezTo>
                <a:cubicBezTo>
                  <a:pt x="134993" y="82813"/>
                  <a:pt x="144544" y="92364"/>
                  <a:pt x="156308" y="92364"/>
                </a:cubicBezTo>
                <a:cubicBezTo>
                  <a:pt x="168072" y="92364"/>
                  <a:pt x="177622" y="82813"/>
                  <a:pt x="177622" y="7104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7416557" y="5435171"/>
            <a:ext cx="1316774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持续创新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26030" y="5776104"/>
            <a:ext cx="129782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推动农业数字化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83000" y="6609615"/>
            <a:ext cx="4831329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5" dirty="0">
                <a:solidFill>
                  <a:srgbClr val="FFFFFF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项目负责人：王鹏飞 | 2026年北京农学院"农林杯"创业计划竞赛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WPS 演示</Application>
  <PresentationFormat>On-screen Show (16:9)</PresentationFormat>
  <Paragraphs>668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Alimama ShuHeiTi</vt:lpstr>
      <vt:lpstr>Alimama ShuHeiTi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薯安智检——马铃薯病害智能识别系统</dc:title>
  <dc:creator>Kimi</dc:creator>
  <dc:subject>薯安智检——马铃薯病害智能识别系统</dc:subject>
  <cp:lastModifiedBy>早已放下</cp:lastModifiedBy>
  <cp:revision>2</cp:revision>
  <dcterms:created xsi:type="dcterms:W3CDTF">2026-03-26T17:24:00Z</dcterms:created>
  <dcterms:modified xsi:type="dcterms:W3CDTF">2026-03-26T18:07:02Z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薯安智检——马铃薯病害智能识别系统","ContentProducer":"001191110108MACG2KBH8F10000","ProduceID":"19d2b29b-f2a2-83b7-8000-0000b9adefb5","ReservedCode1":"","ContentPropagator":"001191110108MACG2KBH8F20000","PropagateID":"19d2b29b-f2a2-83b7-8000-0000b9adefb5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F822D6D5A60444399E6F4EDAD3081C85_12</vt:lpwstr>
  </property>
</Properties>
</file>